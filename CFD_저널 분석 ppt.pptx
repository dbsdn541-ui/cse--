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1"/>
  </p:sldMasterIdLst>
  <p:notesMasterIdLst>
    <p:notesMasterId r:id="rId16"/>
  </p:notesMasterIdLst>
  <p:sldIdLst>
    <p:sldId id="256" r:id="rId2"/>
    <p:sldId id="475" r:id="rId3"/>
    <p:sldId id="476" r:id="rId4"/>
    <p:sldId id="477" r:id="rId5"/>
    <p:sldId id="478" r:id="rId6"/>
    <p:sldId id="479" r:id="rId7"/>
    <p:sldId id="480" r:id="rId8"/>
    <p:sldId id="481" r:id="rId9"/>
    <p:sldId id="482" r:id="rId10"/>
    <p:sldId id="483" r:id="rId11"/>
    <p:sldId id="484" r:id="rId12"/>
    <p:sldId id="487" r:id="rId13"/>
    <p:sldId id="485" r:id="rId14"/>
    <p:sldId id="48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onwoo541@gmail.com" userId="b64b1b4fb6412e3e" providerId="LiveId" clId="{25C8C151-F66E-443C-B365-0FC8E52583DD}"/>
    <pc:docChg chg="undo redo custSel addSld delSld modSld sldOrd">
      <pc:chgData name="yoonwoo541@gmail.com" userId="b64b1b4fb6412e3e" providerId="LiveId" clId="{25C8C151-F66E-443C-B365-0FC8E52583DD}" dt="2022-12-18T16:03:27.982" v="2498"/>
      <pc:docMkLst>
        <pc:docMk/>
      </pc:docMkLst>
      <pc:sldChg chg="modSp mod">
        <pc:chgData name="yoonwoo541@gmail.com" userId="b64b1b4fb6412e3e" providerId="LiveId" clId="{25C8C151-F66E-443C-B365-0FC8E52583DD}" dt="2022-12-18T14:51:31.315" v="159" actId="20577"/>
        <pc:sldMkLst>
          <pc:docMk/>
          <pc:sldMk cId="758088271" sldId="256"/>
        </pc:sldMkLst>
        <pc:spChg chg="mod">
          <ac:chgData name="yoonwoo541@gmail.com" userId="b64b1b4fb6412e3e" providerId="LiveId" clId="{25C8C151-F66E-443C-B365-0FC8E52583DD}" dt="2022-12-18T14:50:06.753" v="4" actId="27636"/>
          <ac:spMkLst>
            <pc:docMk/>
            <pc:sldMk cId="758088271" sldId="256"/>
            <ac:spMk id="2" creationId="{E61DB769-60FA-E922-5B8C-715F7F186EEF}"/>
          </ac:spMkLst>
        </pc:spChg>
        <pc:spChg chg="mod">
          <ac:chgData name="yoonwoo541@gmail.com" userId="b64b1b4fb6412e3e" providerId="LiveId" clId="{25C8C151-F66E-443C-B365-0FC8E52583DD}" dt="2022-12-18T14:51:31.315" v="159" actId="20577"/>
          <ac:spMkLst>
            <pc:docMk/>
            <pc:sldMk cId="758088271" sldId="256"/>
            <ac:spMk id="3" creationId="{876E7934-A06E-2876-B3F0-7B61540E61C3}"/>
          </ac:spMkLst>
        </pc:spChg>
      </pc:sldChg>
      <pc:sldChg chg="modSp mod">
        <pc:chgData name="yoonwoo541@gmail.com" userId="b64b1b4fb6412e3e" providerId="LiveId" clId="{25C8C151-F66E-443C-B365-0FC8E52583DD}" dt="2022-12-18T14:54:54.274" v="231"/>
        <pc:sldMkLst>
          <pc:docMk/>
          <pc:sldMk cId="1521825878" sldId="457"/>
        </pc:sldMkLst>
        <pc:spChg chg="mod">
          <ac:chgData name="yoonwoo541@gmail.com" userId="b64b1b4fb6412e3e" providerId="LiveId" clId="{25C8C151-F66E-443C-B365-0FC8E52583DD}" dt="2022-12-18T14:54:54.274" v="231"/>
          <ac:spMkLst>
            <pc:docMk/>
            <pc:sldMk cId="1521825878" sldId="457"/>
            <ac:spMk id="3" creationId="{3616D930-2AD8-7F36-D1CE-4CF878FFBFF4}"/>
          </ac:spMkLst>
        </pc:spChg>
      </pc:sldChg>
      <pc:sldChg chg="modSp mod">
        <pc:chgData name="yoonwoo541@gmail.com" userId="b64b1b4fb6412e3e" providerId="LiveId" clId="{25C8C151-F66E-443C-B365-0FC8E52583DD}" dt="2022-12-18T15:07:59.585" v="575" actId="20577"/>
        <pc:sldMkLst>
          <pc:docMk/>
          <pc:sldMk cId="1343697435" sldId="458"/>
        </pc:sldMkLst>
        <pc:spChg chg="mod">
          <ac:chgData name="yoonwoo541@gmail.com" userId="b64b1b4fb6412e3e" providerId="LiveId" clId="{25C8C151-F66E-443C-B365-0FC8E52583DD}" dt="2022-12-18T15:07:59.585" v="575" actId="20577"/>
          <ac:spMkLst>
            <pc:docMk/>
            <pc:sldMk cId="1343697435" sldId="458"/>
            <ac:spMk id="2" creationId="{3FEBDBF6-CB76-5734-5567-2D9E172A1FCC}"/>
          </ac:spMkLst>
        </pc:spChg>
      </pc:sldChg>
      <pc:sldChg chg="addSp delSp modSp mod">
        <pc:chgData name="yoonwoo541@gmail.com" userId="b64b1b4fb6412e3e" providerId="LiveId" clId="{25C8C151-F66E-443C-B365-0FC8E52583DD}" dt="2022-12-18T15:32:43.314" v="1272" actId="1076"/>
        <pc:sldMkLst>
          <pc:docMk/>
          <pc:sldMk cId="1752686031" sldId="459"/>
        </pc:sldMkLst>
        <pc:spChg chg="mod">
          <ac:chgData name="yoonwoo541@gmail.com" userId="b64b1b4fb6412e3e" providerId="LiveId" clId="{25C8C151-F66E-443C-B365-0FC8E52583DD}" dt="2022-12-18T15:21:27.946" v="926" actId="20577"/>
          <ac:spMkLst>
            <pc:docMk/>
            <pc:sldMk cId="1752686031" sldId="459"/>
            <ac:spMk id="2" creationId="{59116D03-8474-EE05-4520-5EB64151DFA7}"/>
          </ac:spMkLst>
        </pc:spChg>
        <pc:spChg chg="mod">
          <ac:chgData name="yoonwoo541@gmail.com" userId="b64b1b4fb6412e3e" providerId="LiveId" clId="{25C8C151-F66E-443C-B365-0FC8E52583DD}" dt="2022-12-18T15:22:20.949" v="966" actId="20577"/>
          <ac:spMkLst>
            <pc:docMk/>
            <pc:sldMk cId="1752686031" sldId="459"/>
            <ac:spMk id="3" creationId="{5B92259A-D8EB-56A1-0B09-C4F50FFF21A2}"/>
          </ac:spMkLst>
        </pc:spChg>
        <pc:spChg chg="add del mod">
          <ac:chgData name="yoonwoo541@gmail.com" userId="b64b1b4fb6412e3e" providerId="LiveId" clId="{25C8C151-F66E-443C-B365-0FC8E52583DD}" dt="2022-12-18T15:27:24.275" v="1070" actId="478"/>
          <ac:spMkLst>
            <pc:docMk/>
            <pc:sldMk cId="1752686031" sldId="459"/>
            <ac:spMk id="6" creationId="{1EEB9B3E-46F5-A3FA-A044-A263B3F6F0CD}"/>
          </ac:spMkLst>
        </pc:spChg>
        <pc:spChg chg="add del mod">
          <ac:chgData name="yoonwoo541@gmail.com" userId="b64b1b4fb6412e3e" providerId="LiveId" clId="{25C8C151-F66E-443C-B365-0FC8E52583DD}" dt="2022-12-18T15:27:20.216" v="1069" actId="478"/>
          <ac:spMkLst>
            <pc:docMk/>
            <pc:sldMk cId="1752686031" sldId="459"/>
            <ac:spMk id="12" creationId="{16ED1B4C-B548-794A-ECEF-7FCF1938C8C1}"/>
          </ac:spMkLst>
        </pc:spChg>
        <pc:spChg chg="add mod">
          <ac:chgData name="yoonwoo541@gmail.com" userId="b64b1b4fb6412e3e" providerId="LiveId" clId="{25C8C151-F66E-443C-B365-0FC8E52583DD}" dt="2022-12-18T15:32:43.314" v="1272" actId="1076"/>
          <ac:spMkLst>
            <pc:docMk/>
            <pc:sldMk cId="1752686031" sldId="459"/>
            <ac:spMk id="13" creationId="{A38B2CC0-DEF9-5193-2C44-F19A7A562F85}"/>
          </ac:spMkLst>
        </pc:spChg>
        <pc:picChg chg="add del mod">
          <ac:chgData name="yoonwoo541@gmail.com" userId="b64b1b4fb6412e3e" providerId="LiveId" clId="{25C8C151-F66E-443C-B365-0FC8E52583DD}" dt="2022-12-18T15:23:50.431" v="996" actId="478"/>
          <ac:picMkLst>
            <pc:docMk/>
            <pc:sldMk cId="1752686031" sldId="459"/>
            <ac:picMk id="4" creationId="{200B7F20-0A93-16F8-EED0-4B6747CF10EA}"/>
          </ac:picMkLst>
        </pc:picChg>
        <pc:picChg chg="add del mod">
          <ac:chgData name="yoonwoo541@gmail.com" userId="b64b1b4fb6412e3e" providerId="LiveId" clId="{25C8C151-F66E-443C-B365-0FC8E52583DD}" dt="2022-12-18T15:23:21.853" v="990" actId="478"/>
          <ac:picMkLst>
            <pc:docMk/>
            <pc:sldMk cId="1752686031" sldId="459"/>
            <ac:picMk id="5" creationId="{1AA244C8-4574-1942-9E76-2475EDE31B1D}"/>
          </ac:picMkLst>
        </pc:picChg>
        <pc:picChg chg="add del mod">
          <ac:chgData name="yoonwoo541@gmail.com" userId="b64b1b4fb6412e3e" providerId="LiveId" clId="{25C8C151-F66E-443C-B365-0FC8E52583DD}" dt="2022-12-18T15:23:48.784" v="995" actId="478"/>
          <ac:picMkLst>
            <pc:docMk/>
            <pc:sldMk cId="1752686031" sldId="459"/>
            <ac:picMk id="7" creationId="{6186BC9D-7E46-3BCA-CAE0-E7878C5A0474}"/>
          </ac:picMkLst>
        </pc:picChg>
        <pc:picChg chg="add mod">
          <ac:chgData name="yoonwoo541@gmail.com" userId="b64b1b4fb6412e3e" providerId="LiveId" clId="{25C8C151-F66E-443C-B365-0FC8E52583DD}" dt="2022-12-18T15:32:22.183" v="1240" actId="14100"/>
          <ac:picMkLst>
            <pc:docMk/>
            <pc:sldMk cId="1752686031" sldId="459"/>
            <ac:picMk id="9" creationId="{C4FB45BD-0E9B-2212-75A1-D7C9F672C221}"/>
          </ac:picMkLst>
        </pc:picChg>
        <pc:picChg chg="add mod modCrop">
          <ac:chgData name="yoonwoo541@gmail.com" userId="b64b1b4fb6412e3e" providerId="LiveId" clId="{25C8C151-F66E-443C-B365-0FC8E52583DD}" dt="2022-12-18T15:32:24.396" v="1241" actId="14100"/>
          <ac:picMkLst>
            <pc:docMk/>
            <pc:sldMk cId="1752686031" sldId="459"/>
            <ac:picMk id="11" creationId="{B0A4981B-56BF-DD45-FAB2-AB575F7D0531}"/>
          </ac:picMkLst>
        </pc:picChg>
      </pc:sldChg>
      <pc:sldChg chg="modSp mod ord">
        <pc:chgData name="yoonwoo541@gmail.com" userId="b64b1b4fb6412e3e" providerId="LiveId" clId="{25C8C151-F66E-443C-B365-0FC8E52583DD}" dt="2022-12-18T15:08:14.318" v="588"/>
        <pc:sldMkLst>
          <pc:docMk/>
          <pc:sldMk cId="2179626503" sldId="460"/>
        </pc:sldMkLst>
        <pc:spChg chg="mod">
          <ac:chgData name="yoonwoo541@gmail.com" userId="b64b1b4fb6412e3e" providerId="LiveId" clId="{25C8C151-F66E-443C-B365-0FC8E52583DD}" dt="2022-12-18T15:08:14.318" v="588"/>
          <ac:spMkLst>
            <pc:docMk/>
            <pc:sldMk cId="2179626503" sldId="460"/>
            <ac:spMk id="2" creationId="{BA7D5035-D0C1-F2EF-40F5-B9647ECC344D}"/>
          </ac:spMkLst>
        </pc:spChg>
      </pc:sldChg>
      <pc:sldChg chg="addSp delSp modSp mod ord">
        <pc:chgData name="yoonwoo541@gmail.com" userId="b64b1b4fb6412e3e" providerId="LiveId" clId="{25C8C151-F66E-443C-B365-0FC8E52583DD}" dt="2022-12-18T16:00:53.545" v="2386" actId="12100"/>
        <pc:sldMkLst>
          <pc:docMk/>
          <pc:sldMk cId="1593635559" sldId="461"/>
        </pc:sldMkLst>
        <pc:spChg chg="mod">
          <ac:chgData name="yoonwoo541@gmail.com" userId="b64b1b4fb6412e3e" providerId="LiveId" clId="{25C8C151-F66E-443C-B365-0FC8E52583DD}" dt="2022-12-18T15:38:53.702" v="1391"/>
          <ac:spMkLst>
            <pc:docMk/>
            <pc:sldMk cId="1593635559" sldId="461"/>
            <ac:spMk id="2" creationId="{090D5B00-BA3D-F7B3-E74D-B0FB91AC02CC}"/>
          </ac:spMkLst>
        </pc:spChg>
        <pc:spChg chg="add del mod">
          <ac:chgData name="yoonwoo541@gmail.com" userId="b64b1b4fb6412e3e" providerId="LiveId" clId="{25C8C151-F66E-443C-B365-0FC8E52583DD}" dt="2022-12-18T15:44:05.385" v="1888" actId="478"/>
          <ac:spMkLst>
            <pc:docMk/>
            <pc:sldMk cId="1593635559" sldId="461"/>
            <ac:spMk id="3" creationId="{C05F5C0B-2529-7349-2651-F38D3E7A5F02}"/>
          </ac:spMkLst>
        </pc:spChg>
        <pc:graphicFrameChg chg="mod">
          <ac:chgData name="yoonwoo541@gmail.com" userId="b64b1b4fb6412e3e" providerId="LiveId" clId="{25C8C151-F66E-443C-B365-0FC8E52583DD}" dt="2022-12-18T16:00:53.545" v="2386" actId="12100"/>
          <ac:graphicFrameMkLst>
            <pc:docMk/>
            <pc:sldMk cId="1593635559" sldId="461"/>
            <ac:graphicFrameMk id="4" creationId="{A469C6EF-0ABE-7CB3-7AEE-2EF3BF881011}"/>
          </ac:graphicFrameMkLst>
        </pc:graphicFrameChg>
      </pc:sldChg>
      <pc:sldChg chg="delSp modSp mod ord">
        <pc:chgData name="yoonwoo541@gmail.com" userId="b64b1b4fb6412e3e" providerId="LiveId" clId="{25C8C151-F66E-443C-B365-0FC8E52583DD}" dt="2022-12-18T15:16:07.810" v="781" actId="12100"/>
        <pc:sldMkLst>
          <pc:docMk/>
          <pc:sldMk cId="1591873329" sldId="462"/>
        </pc:sldMkLst>
        <pc:spChg chg="mod">
          <ac:chgData name="yoonwoo541@gmail.com" userId="b64b1b4fb6412e3e" providerId="LiveId" clId="{25C8C151-F66E-443C-B365-0FC8E52583DD}" dt="2022-12-18T15:08:33.327" v="594"/>
          <ac:spMkLst>
            <pc:docMk/>
            <pc:sldMk cId="1591873329" sldId="462"/>
            <ac:spMk id="2" creationId="{0FDC81AD-F05E-3A21-0C7F-2A77D01D9274}"/>
          </ac:spMkLst>
        </pc:spChg>
        <pc:spChg chg="del mod">
          <ac:chgData name="yoonwoo541@gmail.com" userId="b64b1b4fb6412e3e" providerId="LiveId" clId="{25C8C151-F66E-443C-B365-0FC8E52583DD}" dt="2022-12-18T15:07:35.981" v="569"/>
          <ac:spMkLst>
            <pc:docMk/>
            <pc:sldMk cId="1591873329" sldId="462"/>
            <ac:spMk id="7" creationId="{513B4720-DEC0-96D0-C7EF-39F9113D145E}"/>
          </ac:spMkLst>
        </pc:spChg>
        <pc:graphicFrameChg chg="mod">
          <ac:chgData name="yoonwoo541@gmail.com" userId="b64b1b4fb6412e3e" providerId="LiveId" clId="{25C8C151-F66E-443C-B365-0FC8E52583DD}" dt="2022-12-18T15:16:07.810" v="781" actId="12100"/>
          <ac:graphicFrameMkLst>
            <pc:docMk/>
            <pc:sldMk cId="1591873329" sldId="462"/>
            <ac:graphicFrameMk id="4" creationId="{0516BAF1-BC3E-37E4-5DD0-0B4A20C66451}"/>
          </ac:graphicFrameMkLst>
        </pc:graphicFrameChg>
      </pc:sldChg>
      <pc:sldChg chg="addSp delSp modSp del mod ord">
        <pc:chgData name="yoonwoo541@gmail.com" userId="b64b1b4fb6412e3e" providerId="LiveId" clId="{25C8C151-F66E-443C-B365-0FC8E52583DD}" dt="2022-12-18T16:00:59.255" v="2388" actId="47"/>
        <pc:sldMkLst>
          <pc:docMk/>
          <pc:sldMk cId="3450804759" sldId="463"/>
        </pc:sldMkLst>
        <pc:spChg chg="mod">
          <ac:chgData name="yoonwoo541@gmail.com" userId="b64b1b4fb6412e3e" providerId="LiveId" clId="{25C8C151-F66E-443C-B365-0FC8E52583DD}" dt="2022-12-18T15:55:43.958" v="2036" actId="20577"/>
          <ac:spMkLst>
            <pc:docMk/>
            <pc:sldMk cId="3450804759" sldId="463"/>
            <ac:spMk id="2" creationId="{E5C19DD6-D750-C9FE-176E-1DB56CF58697}"/>
          </ac:spMkLst>
        </pc:spChg>
        <pc:spChg chg="add mod">
          <ac:chgData name="yoonwoo541@gmail.com" userId="b64b1b4fb6412e3e" providerId="LiveId" clId="{25C8C151-F66E-443C-B365-0FC8E52583DD}" dt="2022-12-18T15:14:22.813" v="704" actId="255"/>
          <ac:spMkLst>
            <pc:docMk/>
            <pc:sldMk cId="3450804759" sldId="463"/>
            <ac:spMk id="3" creationId="{B8B2D02A-A4D6-3BB4-C87D-E33591417011}"/>
          </ac:spMkLst>
        </pc:spChg>
        <pc:spChg chg="add mod">
          <ac:chgData name="yoonwoo541@gmail.com" userId="b64b1b4fb6412e3e" providerId="LiveId" clId="{25C8C151-F66E-443C-B365-0FC8E52583DD}" dt="2022-12-18T15:14:41.127" v="706" actId="5793"/>
          <ac:spMkLst>
            <pc:docMk/>
            <pc:sldMk cId="3450804759" sldId="463"/>
            <ac:spMk id="6" creationId="{11B51836-FC00-463F-31D7-A27EE88654B6}"/>
          </ac:spMkLst>
        </pc:spChg>
        <pc:graphicFrameChg chg="del mod">
          <ac:chgData name="yoonwoo541@gmail.com" userId="b64b1b4fb6412e3e" providerId="LiveId" clId="{25C8C151-F66E-443C-B365-0FC8E52583DD}" dt="2022-12-18T15:14:35.071" v="705" actId="478"/>
          <ac:graphicFrameMkLst>
            <pc:docMk/>
            <pc:sldMk cId="3450804759" sldId="463"/>
            <ac:graphicFrameMk id="4" creationId="{C1EB5D28-AE16-BF1D-4601-C0337478A8E3}"/>
          </ac:graphicFrameMkLst>
        </pc:graphicFrameChg>
      </pc:sldChg>
      <pc:sldChg chg="del">
        <pc:chgData name="yoonwoo541@gmail.com" userId="b64b1b4fb6412e3e" providerId="LiveId" clId="{25C8C151-F66E-443C-B365-0FC8E52583DD}" dt="2022-12-18T16:00:58.515" v="2387" actId="47"/>
        <pc:sldMkLst>
          <pc:docMk/>
          <pc:sldMk cId="943367161" sldId="464"/>
        </pc:sldMkLst>
      </pc:sldChg>
      <pc:sldChg chg="modSp del mod ord">
        <pc:chgData name="yoonwoo541@gmail.com" userId="b64b1b4fb6412e3e" providerId="LiveId" clId="{25C8C151-F66E-443C-B365-0FC8E52583DD}" dt="2022-12-18T16:00:18.506" v="2382" actId="47"/>
        <pc:sldMkLst>
          <pc:docMk/>
          <pc:sldMk cId="2604253223" sldId="465"/>
        </pc:sldMkLst>
        <pc:spChg chg="mod">
          <ac:chgData name="yoonwoo541@gmail.com" userId="b64b1b4fb6412e3e" providerId="LiveId" clId="{25C8C151-F66E-443C-B365-0FC8E52583DD}" dt="2022-12-18T15:59:10.094" v="2377" actId="20577"/>
          <ac:spMkLst>
            <pc:docMk/>
            <pc:sldMk cId="2604253223" sldId="465"/>
            <ac:spMk id="2" creationId="{6B7A42BD-E71E-9230-0262-AA79C6B24CB6}"/>
          </ac:spMkLst>
        </pc:spChg>
        <pc:spChg chg="mod">
          <ac:chgData name="yoonwoo541@gmail.com" userId="b64b1b4fb6412e3e" providerId="LiveId" clId="{25C8C151-F66E-443C-B365-0FC8E52583DD}" dt="2022-12-18T15:57:20.541" v="2235"/>
          <ac:spMkLst>
            <pc:docMk/>
            <pc:sldMk cId="2604253223" sldId="465"/>
            <ac:spMk id="3" creationId="{C5597A8B-1666-FCF4-8D0D-D2D41E842A52}"/>
          </ac:spMkLst>
        </pc:spChg>
      </pc:sldChg>
      <pc:sldChg chg="del">
        <pc:chgData name="yoonwoo541@gmail.com" userId="b64b1b4fb6412e3e" providerId="LiveId" clId="{25C8C151-F66E-443C-B365-0FC8E52583DD}" dt="2022-12-18T16:00:59.802" v="2389" actId="47"/>
        <pc:sldMkLst>
          <pc:docMk/>
          <pc:sldMk cId="1368832007" sldId="466"/>
        </pc:sldMkLst>
      </pc:sldChg>
      <pc:sldChg chg="del">
        <pc:chgData name="yoonwoo541@gmail.com" userId="b64b1b4fb6412e3e" providerId="LiveId" clId="{25C8C151-F66E-443C-B365-0FC8E52583DD}" dt="2022-12-18T16:01:00.614" v="2390" actId="47"/>
        <pc:sldMkLst>
          <pc:docMk/>
          <pc:sldMk cId="4073325144" sldId="467"/>
        </pc:sldMkLst>
      </pc:sldChg>
      <pc:sldChg chg="modSp mod ord">
        <pc:chgData name="yoonwoo541@gmail.com" userId="b64b1b4fb6412e3e" providerId="LiveId" clId="{25C8C151-F66E-443C-B365-0FC8E52583DD}" dt="2022-12-18T16:00:35.302" v="2383" actId="12100"/>
        <pc:sldMkLst>
          <pc:docMk/>
          <pc:sldMk cId="2867403738" sldId="468"/>
        </pc:sldMkLst>
        <pc:spChg chg="mod">
          <ac:chgData name="yoonwoo541@gmail.com" userId="b64b1b4fb6412e3e" providerId="LiveId" clId="{25C8C151-F66E-443C-B365-0FC8E52583DD}" dt="2022-12-18T15:59:06.705" v="2376" actId="20577"/>
          <ac:spMkLst>
            <pc:docMk/>
            <pc:sldMk cId="2867403738" sldId="468"/>
            <ac:spMk id="2" creationId="{DD6AD507-E635-7509-B745-EF71886354BC}"/>
          </ac:spMkLst>
        </pc:spChg>
        <pc:graphicFrameChg chg="mod">
          <ac:chgData name="yoonwoo541@gmail.com" userId="b64b1b4fb6412e3e" providerId="LiveId" clId="{25C8C151-F66E-443C-B365-0FC8E52583DD}" dt="2022-12-18T16:00:35.302" v="2383" actId="12100"/>
          <ac:graphicFrameMkLst>
            <pc:docMk/>
            <pc:sldMk cId="2867403738" sldId="468"/>
            <ac:graphicFrameMk id="4" creationId="{7BD71DC0-1560-CAD4-7143-EB0D3D7DCC62}"/>
          </ac:graphicFrameMkLst>
        </pc:graphicFrameChg>
      </pc:sldChg>
      <pc:sldChg chg="modSp add del mod">
        <pc:chgData name="yoonwoo541@gmail.com" userId="b64b1b4fb6412e3e" providerId="LiveId" clId="{25C8C151-F66E-443C-B365-0FC8E52583DD}" dt="2022-12-18T16:01:16.238" v="2397"/>
        <pc:sldMkLst>
          <pc:docMk/>
          <pc:sldMk cId="1900572602" sldId="469"/>
        </pc:sldMkLst>
        <pc:spChg chg="mod">
          <ac:chgData name="yoonwoo541@gmail.com" userId="b64b1b4fb6412e3e" providerId="LiveId" clId="{25C8C151-F66E-443C-B365-0FC8E52583DD}" dt="2022-12-18T16:01:16.238" v="2397"/>
          <ac:spMkLst>
            <pc:docMk/>
            <pc:sldMk cId="1900572602" sldId="469"/>
            <ac:spMk id="3" creationId="{D459BF21-E947-C8C2-1217-927341955711}"/>
          </ac:spMkLst>
        </pc:spChg>
      </pc:sldChg>
      <pc:sldChg chg="modSp add mod ord">
        <pc:chgData name="yoonwoo541@gmail.com" userId="b64b1b4fb6412e3e" providerId="LiveId" clId="{25C8C151-F66E-443C-B365-0FC8E52583DD}" dt="2022-12-18T16:03:27.982" v="2498"/>
        <pc:sldMkLst>
          <pc:docMk/>
          <pc:sldMk cId="2058554379" sldId="470"/>
        </pc:sldMkLst>
        <pc:spChg chg="mod">
          <ac:chgData name="yoonwoo541@gmail.com" userId="b64b1b4fb6412e3e" providerId="LiveId" clId="{25C8C151-F66E-443C-B365-0FC8E52583DD}" dt="2022-12-18T15:20:05.831" v="823"/>
          <ac:spMkLst>
            <pc:docMk/>
            <pc:sldMk cId="2058554379" sldId="470"/>
            <ac:spMk id="2" creationId="{0FDC81AD-F05E-3A21-0C7F-2A77D01D9274}"/>
          </ac:spMkLst>
        </pc:spChg>
        <pc:graphicFrameChg chg="mod modGraphic">
          <ac:chgData name="yoonwoo541@gmail.com" userId="b64b1b4fb6412e3e" providerId="LiveId" clId="{25C8C151-F66E-443C-B365-0FC8E52583DD}" dt="2022-12-18T16:03:27.982" v="2498"/>
          <ac:graphicFrameMkLst>
            <pc:docMk/>
            <pc:sldMk cId="2058554379" sldId="470"/>
            <ac:graphicFrameMk id="4" creationId="{0516BAF1-BC3E-37E4-5DD0-0B4A20C66451}"/>
          </ac:graphicFrameMkLst>
        </pc:graphicFrameChg>
      </pc:sldChg>
      <pc:sldChg chg="modSp add mod ord">
        <pc:chgData name="yoonwoo541@gmail.com" userId="b64b1b4fb6412e3e" providerId="LiveId" clId="{25C8C151-F66E-443C-B365-0FC8E52583DD}" dt="2022-12-18T15:44:54.360" v="1894"/>
        <pc:sldMkLst>
          <pc:docMk/>
          <pc:sldMk cId="274476830" sldId="471"/>
        </pc:sldMkLst>
        <pc:spChg chg="mod">
          <ac:chgData name="yoonwoo541@gmail.com" userId="b64b1b4fb6412e3e" providerId="LiveId" clId="{25C8C151-F66E-443C-B365-0FC8E52583DD}" dt="2022-12-18T15:44:54.360" v="1894"/>
          <ac:spMkLst>
            <pc:docMk/>
            <pc:sldMk cId="274476830" sldId="471"/>
            <ac:spMk id="2" creationId="{BA7D5035-D0C1-F2EF-40F5-B9647ECC344D}"/>
          </ac:spMkLst>
        </pc:spChg>
      </pc:sldChg>
      <pc:sldChg chg="addSp delSp modSp add mod">
        <pc:chgData name="yoonwoo541@gmail.com" userId="b64b1b4fb6412e3e" providerId="LiveId" clId="{25C8C151-F66E-443C-B365-0FC8E52583DD}" dt="2022-12-18T15:32:11.091" v="1239" actId="1076"/>
        <pc:sldMkLst>
          <pc:docMk/>
          <pc:sldMk cId="3663112800" sldId="472"/>
        </pc:sldMkLst>
        <pc:spChg chg="add mod">
          <ac:chgData name="yoonwoo541@gmail.com" userId="b64b1b4fb6412e3e" providerId="LiveId" clId="{25C8C151-F66E-443C-B365-0FC8E52583DD}" dt="2022-12-18T15:31:27.036" v="1203" actId="20577"/>
          <ac:spMkLst>
            <pc:docMk/>
            <pc:sldMk cId="3663112800" sldId="472"/>
            <ac:spMk id="8" creationId="{7E22AD74-AAFD-F25A-D34F-EF5D94ACB3A9}"/>
          </ac:spMkLst>
        </pc:spChg>
        <pc:spChg chg="add mod">
          <ac:chgData name="yoonwoo541@gmail.com" userId="b64b1b4fb6412e3e" providerId="LiveId" clId="{25C8C151-F66E-443C-B365-0FC8E52583DD}" dt="2022-12-18T15:32:03.640" v="1237" actId="1076"/>
          <ac:spMkLst>
            <pc:docMk/>
            <pc:sldMk cId="3663112800" sldId="472"/>
            <ac:spMk id="10" creationId="{00B5358E-C355-046B-5E4D-26A993D16EBD}"/>
          </ac:spMkLst>
        </pc:spChg>
        <pc:spChg chg="add mod">
          <ac:chgData name="yoonwoo541@gmail.com" userId="b64b1b4fb6412e3e" providerId="LiveId" clId="{25C8C151-F66E-443C-B365-0FC8E52583DD}" dt="2022-12-18T15:32:11.091" v="1239" actId="1076"/>
          <ac:spMkLst>
            <pc:docMk/>
            <pc:sldMk cId="3663112800" sldId="472"/>
            <ac:spMk id="12" creationId="{93A60227-A378-5CC0-1609-9FE45A150550}"/>
          </ac:spMkLst>
        </pc:spChg>
        <pc:picChg chg="add mod">
          <ac:chgData name="yoonwoo541@gmail.com" userId="b64b1b4fb6412e3e" providerId="LiveId" clId="{25C8C151-F66E-443C-B365-0FC8E52583DD}" dt="2022-12-18T15:30:20.771" v="1104" actId="1076"/>
          <ac:picMkLst>
            <pc:docMk/>
            <pc:sldMk cId="3663112800" sldId="472"/>
            <ac:picMk id="4" creationId="{693C7E28-0BC9-D9F6-C7AF-FB9CD64174CF}"/>
          </ac:picMkLst>
        </pc:picChg>
        <pc:picChg chg="add del mod">
          <ac:chgData name="yoonwoo541@gmail.com" userId="b64b1b4fb6412e3e" providerId="LiveId" clId="{25C8C151-F66E-443C-B365-0FC8E52583DD}" dt="2022-12-18T15:29:43.259" v="1088" actId="478"/>
          <ac:picMkLst>
            <pc:docMk/>
            <pc:sldMk cId="3663112800" sldId="472"/>
            <ac:picMk id="5" creationId="{ACF1C78B-FEF5-F84D-032B-6B11E9F1755B}"/>
          </ac:picMkLst>
        </pc:picChg>
        <pc:picChg chg="add mod">
          <ac:chgData name="yoonwoo541@gmail.com" userId="b64b1b4fb6412e3e" providerId="LiveId" clId="{25C8C151-F66E-443C-B365-0FC8E52583DD}" dt="2022-12-18T15:30:52.154" v="1158" actId="1037"/>
          <ac:picMkLst>
            <pc:docMk/>
            <pc:sldMk cId="3663112800" sldId="472"/>
            <ac:picMk id="6" creationId="{607E717E-6689-658F-DE32-9588A4D5A1AC}"/>
          </ac:picMkLst>
        </pc:picChg>
        <pc:picChg chg="add mod">
          <ac:chgData name="yoonwoo541@gmail.com" userId="b64b1b4fb6412e3e" providerId="LiveId" clId="{25C8C151-F66E-443C-B365-0FC8E52583DD}" dt="2022-12-18T15:30:57.985" v="1177" actId="1037"/>
          <ac:picMkLst>
            <pc:docMk/>
            <pc:sldMk cId="3663112800" sldId="472"/>
            <ac:picMk id="7" creationId="{821792D0-BA88-7901-A844-EB59DCAACB1F}"/>
          </ac:picMkLst>
        </pc:picChg>
        <pc:picChg chg="del">
          <ac:chgData name="yoonwoo541@gmail.com" userId="b64b1b4fb6412e3e" providerId="LiveId" clId="{25C8C151-F66E-443C-B365-0FC8E52583DD}" dt="2022-12-18T15:28:40.398" v="1072" actId="478"/>
          <ac:picMkLst>
            <pc:docMk/>
            <pc:sldMk cId="3663112800" sldId="472"/>
            <ac:picMk id="9" creationId="{C4FB45BD-0E9B-2212-75A1-D7C9F672C221}"/>
          </ac:picMkLst>
        </pc:picChg>
        <pc:picChg chg="del">
          <ac:chgData name="yoonwoo541@gmail.com" userId="b64b1b4fb6412e3e" providerId="LiveId" clId="{25C8C151-F66E-443C-B365-0FC8E52583DD}" dt="2022-12-18T15:28:42.158" v="1073" actId="478"/>
          <ac:picMkLst>
            <pc:docMk/>
            <pc:sldMk cId="3663112800" sldId="472"/>
            <ac:picMk id="11" creationId="{B0A4981B-56BF-DD45-FAB2-AB575F7D0531}"/>
          </ac:picMkLst>
        </pc:picChg>
      </pc:sldChg>
      <pc:sldChg chg="addSp delSp modSp add mod">
        <pc:chgData name="yoonwoo541@gmail.com" userId="b64b1b4fb6412e3e" providerId="LiveId" clId="{25C8C151-F66E-443C-B365-0FC8E52583DD}" dt="2022-12-18T15:38:28.799" v="1354" actId="1076"/>
        <pc:sldMkLst>
          <pc:docMk/>
          <pc:sldMk cId="2837019235" sldId="473"/>
        </pc:sldMkLst>
        <pc:spChg chg="mod">
          <ac:chgData name="yoonwoo541@gmail.com" userId="b64b1b4fb6412e3e" providerId="LiveId" clId="{25C8C151-F66E-443C-B365-0FC8E52583DD}" dt="2022-12-18T15:38:28.799" v="1354" actId="1076"/>
          <ac:spMkLst>
            <pc:docMk/>
            <pc:sldMk cId="2837019235" sldId="473"/>
            <ac:spMk id="2" creationId="{59116D03-8474-EE05-4520-5EB64151DFA7}"/>
          </ac:spMkLst>
        </pc:spChg>
        <pc:spChg chg="mod">
          <ac:chgData name="yoonwoo541@gmail.com" userId="b64b1b4fb6412e3e" providerId="LiveId" clId="{25C8C151-F66E-443C-B365-0FC8E52583DD}" dt="2022-12-18T15:33:12.276" v="1297"/>
          <ac:spMkLst>
            <pc:docMk/>
            <pc:sldMk cId="2837019235" sldId="473"/>
            <ac:spMk id="3" creationId="{5B92259A-D8EB-56A1-0B09-C4F50FFF21A2}"/>
          </ac:spMkLst>
        </pc:spChg>
        <pc:spChg chg="del">
          <ac:chgData name="yoonwoo541@gmail.com" userId="b64b1b4fb6412e3e" providerId="LiveId" clId="{25C8C151-F66E-443C-B365-0FC8E52583DD}" dt="2022-12-18T15:33:16.513" v="1300" actId="478"/>
          <ac:spMkLst>
            <pc:docMk/>
            <pc:sldMk cId="2837019235" sldId="473"/>
            <ac:spMk id="13" creationId="{A38B2CC0-DEF9-5193-2C44-F19A7A562F85}"/>
          </ac:spMkLst>
        </pc:spChg>
        <pc:spChg chg="add mod">
          <ac:chgData name="yoonwoo541@gmail.com" userId="b64b1b4fb6412e3e" providerId="LiveId" clId="{25C8C151-F66E-443C-B365-0FC8E52583DD}" dt="2022-12-18T15:35:45.953" v="1347" actId="1076"/>
          <ac:spMkLst>
            <pc:docMk/>
            <pc:sldMk cId="2837019235" sldId="473"/>
            <ac:spMk id="14" creationId="{8CA105CF-A6F9-2BBC-0A27-378CC5719448}"/>
          </ac:spMkLst>
        </pc:spChg>
        <pc:picChg chg="add del mod">
          <ac:chgData name="yoonwoo541@gmail.com" userId="b64b1b4fb6412e3e" providerId="LiveId" clId="{25C8C151-F66E-443C-B365-0FC8E52583DD}" dt="2022-12-18T15:33:42.817" v="1309" actId="478"/>
          <ac:picMkLst>
            <pc:docMk/>
            <pc:sldMk cId="2837019235" sldId="473"/>
            <ac:picMk id="4" creationId="{4F02586D-E5D9-83BD-34A7-4403163C9D7A}"/>
          </ac:picMkLst>
        </pc:picChg>
        <pc:picChg chg="add del mod">
          <ac:chgData name="yoonwoo541@gmail.com" userId="b64b1b4fb6412e3e" providerId="LiveId" clId="{25C8C151-F66E-443C-B365-0FC8E52583DD}" dt="2022-12-18T15:33:41.163" v="1308" actId="478"/>
          <ac:picMkLst>
            <pc:docMk/>
            <pc:sldMk cId="2837019235" sldId="473"/>
            <ac:picMk id="5" creationId="{FE57E6CE-5779-F0CD-1301-0488E086F022}"/>
          </ac:picMkLst>
        </pc:picChg>
        <pc:picChg chg="add del">
          <ac:chgData name="yoonwoo541@gmail.com" userId="b64b1b4fb6412e3e" providerId="LiveId" clId="{25C8C151-F66E-443C-B365-0FC8E52583DD}" dt="2022-12-18T15:33:39.035" v="1307" actId="478"/>
          <ac:picMkLst>
            <pc:docMk/>
            <pc:sldMk cId="2837019235" sldId="473"/>
            <ac:picMk id="6" creationId="{53448A80-5BAF-5341-AA90-D06B68368816}"/>
          </ac:picMkLst>
        </pc:picChg>
        <pc:picChg chg="add del mod modCrop">
          <ac:chgData name="yoonwoo541@gmail.com" userId="b64b1b4fb6412e3e" providerId="LiveId" clId="{25C8C151-F66E-443C-B365-0FC8E52583DD}" dt="2022-12-18T15:34:10.185" v="1313" actId="478"/>
          <ac:picMkLst>
            <pc:docMk/>
            <pc:sldMk cId="2837019235" sldId="473"/>
            <ac:picMk id="8" creationId="{74654FBB-D5EC-C9ED-B40F-87C7CE83BB62}"/>
          </ac:picMkLst>
        </pc:picChg>
        <pc:picChg chg="del">
          <ac:chgData name="yoonwoo541@gmail.com" userId="b64b1b4fb6412e3e" providerId="LiveId" clId="{25C8C151-F66E-443C-B365-0FC8E52583DD}" dt="2022-12-18T15:33:13.642" v="1298" actId="478"/>
          <ac:picMkLst>
            <pc:docMk/>
            <pc:sldMk cId="2837019235" sldId="473"/>
            <ac:picMk id="9" creationId="{C4FB45BD-0E9B-2212-75A1-D7C9F672C221}"/>
          </ac:picMkLst>
        </pc:picChg>
        <pc:picChg chg="del">
          <ac:chgData name="yoonwoo541@gmail.com" userId="b64b1b4fb6412e3e" providerId="LiveId" clId="{25C8C151-F66E-443C-B365-0FC8E52583DD}" dt="2022-12-18T15:33:14.034" v="1299" actId="478"/>
          <ac:picMkLst>
            <pc:docMk/>
            <pc:sldMk cId="2837019235" sldId="473"/>
            <ac:picMk id="11" creationId="{B0A4981B-56BF-DD45-FAB2-AB575F7D0531}"/>
          </ac:picMkLst>
        </pc:picChg>
        <pc:picChg chg="add mod">
          <ac:chgData name="yoonwoo541@gmail.com" userId="b64b1b4fb6412e3e" providerId="LiveId" clId="{25C8C151-F66E-443C-B365-0FC8E52583DD}" dt="2022-12-18T15:34:52.560" v="1316" actId="1076"/>
          <ac:picMkLst>
            <pc:docMk/>
            <pc:sldMk cId="2837019235" sldId="473"/>
            <ac:picMk id="12" creationId="{ACD81D76-D296-94E7-B88B-4565069626FA}"/>
          </ac:picMkLst>
        </pc:picChg>
      </pc:sldChg>
      <pc:sldChg chg="modSp add">
        <pc:chgData name="yoonwoo541@gmail.com" userId="b64b1b4fb6412e3e" providerId="LiveId" clId="{25C8C151-F66E-443C-B365-0FC8E52583DD}" dt="2022-12-18T16:00:41.568" v="2385" actId="12100"/>
        <pc:sldMkLst>
          <pc:docMk/>
          <pc:sldMk cId="1653910164" sldId="474"/>
        </pc:sldMkLst>
        <pc:graphicFrameChg chg="mod">
          <ac:chgData name="yoonwoo541@gmail.com" userId="b64b1b4fb6412e3e" providerId="LiveId" clId="{25C8C151-F66E-443C-B365-0FC8E52583DD}" dt="2022-12-18T16:00:41.568" v="2385" actId="12100"/>
          <ac:graphicFrameMkLst>
            <pc:docMk/>
            <pc:sldMk cId="1653910164" sldId="474"/>
            <ac:graphicFrameMk id="4" creationId="{7BD71DC0-1560-CAD4-7143-EB0D3D7DCC62}"/>
          </ac:graphicFrameMkLst>
        </pc:graphicFrameChg>
      </pc:sldChg>
      <pc:sldChg chg="add del">
        <pc:chgData name="yoonwoo541@gmail.com" userId="b64b1b4fb6412e3e" providerId="LiveId" clId="{25C8C151-F66E-443C-B365-0FC8E52583DD}" dt="2022-12-18T15:33:03.634" v="1274" actId="47"/>
        <pc:sldMkLst>
          <pc:docMk/>
          <pc:sldMk cId="3755742674" sldId="474"/>
        </pc:sldMkLst>
      </pc:sldChg>
      <pc:sldChg chg="modSp new del mod">
        <pc:chgData name="yoonwoo541@gmail.com" userId="b64b1b4fb6412e3e" providerId="LiveId" clId="{25C8C151-F66E-443C-B365-0FC8E52583DD}" dt="2022-12-18T16:02:00.047" v="2478" actId="2696"/>
        <pc:sldMkLst>
          <pc:docMk/>
          <pc:sldMk cId="2328322178" sldId="475"/>
        </pc:sldMkLst>
        <pc:spChg chg="mod">
          <ac:chgData name="yoonwoo541@gmail.com" userId="b64b1b4fb6412e3e" providerId="LiveId" clId="{25C8C151-F66E-443C-B365-0FC8E52583DD}" dt="2022-12-18T16:01:46.142" v="2477" actId="20577"/>
          <ac:spMkLst>
            <pc:docMk/>
            <pc:sldMk cId="2328322178" sldId="475"/>
            <ac:spMk id="3" creationId="{3E3E2F78-6ECE-BB5D-D694-A3B9B980CB04}"/>
          </ac:spMkLst>
        </pc:spChg>
      </pc:sldChg>
    </pc:docChg>
  </pc:docChgLst>
  <pc:docChgLst>
    <pc:chgData name="yoonwoo541@gmail.com" userId="b64b1b4fb6412e3e" providerId="LiveId" clId="{0F1E4AB3-9665-4FF8-93F2-B1833C13D827}"/>
    <pc:docChg chg="undo redo custSel modSld">
      <pc:chgData name="yoonwoo541@gmail.com" userId="b64b1b4fb6412e3e" providerId="LiveId" clId="{0F1E4AB3-9665-4FF8-93F2-B1833C13D827}" dt="2022-07-10T15:24:09.192" v="178" actId="403"/>
      <pc:docMkLst>
        <pc:docMk/>
      </pc:docMkLst>
      <pc:sldChg chg="addSp modSp mod">
        <pc:chgData name="yoonwoo541@gmail.com" userId="b64b1b4fb6412e3e" providerId="LiveId" clId="{0F1E4AB3-9665-4FF8-93F2-B1833C13D827}" dt="2022-07-10T15:24:09.192" v="178" actId="403"/>
        <pc:sldMkLst>
          <pc:docMk/>
          <pc:sldMk cId="758088271" sldId="256"/>
        </pc:sldMkLst>
        <pc:spChg chg="mod">
          <ac:chgData name="yoonwoo541@gmail.com" userId="b64b1b4fb6412e3e" providerId="LiveId" clId="{0F1E4AB3-9665-4FF8-93F2-B1833C13D827}" dt="2022-07-10T15:24:04.074" v="177" actId="1076"/>
          <ac:spMkLst>
            <pc:docMk/>
            <pc:sldMk cId="758088271" sldId="256"/>
            <ac:spMk id="2" creationId="{E61DB769-60FA-E922-5B8C-715F7F186EEF}"/>
          </ac:spMkLst>
        </pc:spChg>
        <pc:spChg chg="mod">
          <ac:chgData name="yoonwoo541@gmail.com" userId="b64b1b4fb6412e3e" providerId="LiveId" clId="{0F1E4AB3-9665-4FF8-93F2-B1833C13D827}" dt="2022-07-10T15:24:09.192" v="178" actId="403"/>
          <ac:spMkLst>
            <pc:docMk/>
            <pc:sldMk cId="758088271" sldId="256"/>
            <ac:spMk id="3" creationId="{876E7934-A06E-2876-B3F0-7B61540E61C3}"/>
          </ac:spMkLst>
        </pc:spChg>
        <pc:spChg chg="add mod">
          <ac:chgData name="yoonwoo541@gmail.com" userId="b64b1b4fb6412e3e" providerId="LiveId" clId="{0F1E4AB3-9665-4FF8-93F2-B1833C13D827}" dt="2022-07-10T15:12:16.925" v="131" actId="1076"/>
          <ac:spMkLst>
            <pc:docMk/>
            <pc:sldMk cId="758088271" sldId="256"/>
            <ac:spMk id="5" creationId="{6C1F9252-6B6C-437A-621F-E53552AC6517}"/>
          </ac:spMkLst>
        </pc:spChg>
        <pc:graphicFrameChg chg="mod modGraphic">
          <ac:chgData name="yoonwoo541@gmail.com" userId="b64b1b4fb6412e3e" providerId="LiveId" clId="{0F1E4AB3-9665-4FF8-93F2-B1833C13D827}" dt="2022-07-10T15:23:30.521" v="171" actId="20577"/>
          <ac:graphicFrameMkLst>
            <pc:docMk/>
            <pc:sldMk cId="758088271" sldId="256"/>
            <ac:graphicFrameMk id="4" creationId="{EED591CE-C015-2C91-5874-F3962CC5C2B8}"/>
          </ac:graphicFrameMkLst>
        </pc:graphicFrameChg>
      </pc:sldChg>
      <pc:sldChg chg="modSp mod">
        <pc:chgData name="yoonwoo541@gmail.com" userId="b64b1b4fb6412e3e" providerId="LiveId" clId="{0F1E4AB3-9665-4FF8-93F2-B1833C13D827}" dt="2022-07-10T15:12:56.403" v="149" actId="20577"/>
        <pc:sldMkLst>
          <pc:docMk/>
          <pc:sldMk cId="1521825878" sldId="457"/>
        </pc:sldMkLst>
        <pc:spChg chg="mod">
          <ac:chgData name="yoonwoo541@gmail.com" userId="b64b1b4fb6412e3e" providerId="LiveId" clId="{0F1E4AB3-9665-4FF8-93F2-B1833C13D827}" dt="2022-07-10T15:12:56.403" v="149" actId="20577"/>
          <ac:spMkLst>
            <pc:docMk/>
            <pc:sldMk cId="1521825878" sldId="457"/>
            <ac:spMk id="3" creationId="{3616D930-2AD8-7F36-D1CE-4CF878FFBFF4}"/>
          </ac:spMkLst>
        </pc:spChg>
      </pc:sldChg>
      <pc:sldChg chg="modSp">
        <pc:chgData name="yoonwoo541@gmail.com" userId="b64b1b4fb6412e3e" providerId="LiveId" clId="{0F1E4AB3-9665-4FF8-93F2-B1833C13D827}" dt="2022-07-10T15:16:15.050" v="150" actId="20577"/>
        <pc:sldMkLst>
          <pc:docMk/>
          <pc:sldMk cId="1593635559" sldId="461"/>
        </pc:sldMkLst>
        <pc:graphicFrameChg chg="mod">
          <ac:chgData name="yoonwoo541@gmail.com" userId="b64b1b4fb6412e3e" providerId="LiveId" clId="{0F1E4AB3-9665-4FF8-93F2-B1833C13D827}" dt="2022-07-10T15:16:15.050" v="150" actId="20577"/>
          <ac:graphicFrameMkLst>
            <pc:docMk/>
            <pc:sldMk cId="1593635559" sldId="461"/>
            <ac:graphicFrameMk id="4" creationId="{A469C6EF-0ABE-7CB3-7AEE-2EF3BF881011}"/>
          </ac:graphicFrameMkLst>
        </pc:graphicFrameChg>
      </pc:sldChg>
      <pc:sldChg chg="modSp">
        <pc:chgData name="yoonwoo541@gmail.com" userId="b64b1b4fb6412e3e" providerId="LiveId" clId="{0F1E4AB3-9665-4FF8-93F2-B1833C13D827}" dt="2022-07-10T15:16:42.847" v="153" actId="20577"/>
        <pc:sldMkLst>
          <pc:docMk/>
          <pc:sldMk cId="1591873329" sldId="462"/>
        </pc:sldMkLst>
        <pc:graphicFrameChg chg="mod">
          <ac:chgData name="yoonwoo541@gmail.com" userId="b64b1b4fb6412e3e" providerId="LiveId" clId="{0F1E4AB3-9665-4FF8-93F2-B1833C13D827}" dt="2022-07-10T15:16:42.847" v="153" actId="20577"/>
          <ac:graphicFrameMkLst>
            <pc:docMk/>
            <pc:sldMk cId="1591873329" sldId="462"/>
            <ac:graphicFrameMk id="4" creationId="{0516BAF1-BC3E-37E4-5DD0-0B4A20C66451}"/>
          </ac:graphicFrameMkLst>
        </pc:graphicFrameChg>
      </pc:sldChg>
      <pc:sldChg chg="modSp mod">
        <pc:chgData name="yoonwoo541@gmail.com" userId="b64b1b4fb6412e3e" providerId="LiveId" clId="{0F1E4AB3-9665-4FF8-93F2-B1833C13D827}" dt="2022-07-10T15:21:35.983" v="154" actId="20577"/>
        <pc:sldMkLst>
          <pc:docMk/>
          <pc:sldMk cId="2604253223" sldId="465"/>
        </pc:sldMkLst>
        <pc:spChg chg="mod">
          <ac:chgData name="yoonwoo541@gmail.com" userId="b64b1b4fb6412e3e" providerId="LiveId" clId="{0F1E4AB3-9665-4FF8-93F2-B1833C13D827}" dt="2022-07-10T15:21:35.983" v="154" actId="20577"/>
          <ac:spMkLst>
            <pc:docMk/>
            <pc:sldMk cId="2604253223" sldId="465"/>
            <ac:spMk id="3" creationId="{C5597A8B-1666-FCF4-8D0D-D2D41E842A52}"/>
          </ac:spMkLst>
        </pc:spChg>
      </pc:sldChg>
      <pc:sldChg chg="modSp">
        <pc:chgData name="yoonwoo541@gmail.com" userId="b64b1b4fb6412e3e" providerId="LiveId" clId="{0F1E4AB3-9665-4FF8-93F2-B1833C13D827}" dt="2022-07-10T15:22:10.079" v="155" actId="20577"/>
        <pc:sldMkLst>
          <pc:docMk/>
          <pc:sldMk cId="2867403738" sldId="468"/>
        </pc:sldMkLst>
        <pc:graphicFrameChg chg="mod">
          <ac:chgData name="yoonwoo541@gmail.com" userId="b64b1b4fb6412e3e" providerId="LiveId" clId="{0F1E4AB3-9665-4FF8-93F2-B1833C13D827}" dt="2022-07-10T15:22:10.079" v="155" actId="20577"/>
          <ac:graphicFrameMkLst>
            <pc:docMk/>
            <pc:sldMk cId="2867403738" sldId="468"/>
            <ac:graphicFrameMk id="4" creationId="{7BD71DC0-1560-CAD4-7143-EB0D3D7DCC6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93B85-61F2-4A88-AAEC-D787C1CDA9F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21869-B87E-4F5F-8ED7-32324D0485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5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5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8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0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3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125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3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9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0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1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90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2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633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B769-60FA-E922-5B8C-715F7F186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139" y="1084020"/>
            <a:ext cx="10993549" cy="1053466"/>
          </a:xfrm>
        </p:spPr>
        <p:txBody>
          <a:bodyPr>
            <a:normAutofit/>
          </a:bodyPr>
          <a:lstStyle/>
          <a:p>
            <a:r>
              <a:rPr lang="en-US" altLang="ko-KR" dirty="0"/>
              <a:t>CSE URP CFD Study homework_</a:t>
            </a:r>
            <a:r>
              <a:rPr lang="ko-KR" altLang="ko-KR" dirty="0"/>
              <a:t>저널분석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E7934-A06E-2876-B3F0-7B61540E61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2024145082 </a:t>
            </a:r>
            <a:r>
              <a:rPr lang="ko-KR" altLang="en-US" sz="1800" dirty="0"/>
              <a:t>이윤우</a:t>
            </a: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D591CE-C015-2C91-5874-F3962CC5C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619023"/>
              </p:ext>
            </p:extLst>
          </p:nvPr>
        </p:nvGraphicFramePr>
        <p:xfrm>
          <a:off x="2419451" y="3431407"/>
          <a:ext cx="9044237" cy="193244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43350">
                  <a:extLst>
                    <a:ext uri="{9D8B030D-6E8A-4147-A177-3AD203B41FA5}">
                      <a16:colId xmlns:a16="http://schemas.microsoft.com/office/drawing/2014/main" val="312990586"/>
                    </a:ext>
                  </a:extLst>
                </a:gridCol>
                <a:gridCol w="2144552">
                  <a:extLst>
                    <a:ext uri="{9D8B030D-6E8A-4147-A177-3AD203B41FA5}">
                      <a16:colId xmlns:a16="http://schemas.microsoft.com/office/drawing/2014/main" val="389505657"/>
                    </a:ext>
                  </a:extLst>
                </a:gridCol>
                <a:gridCol w="1143895">
                  <a:extLst>
                    <a:ext uri="{9D8B030D-6E8A-4147-A177-3AD203B41FA5}">
                      <a16:colId xmlns:a16="http://schemas.microsoft.com/office/drawing/2014/main" val="1667657626"/>
                    </a:ext>
                  </a:extLst>
                </a:gridCol>
                <a:gridCol w="4212440">
                  <a:extLst>
                    <a:ext uri="{9D8B030D-6E8A-4147-A177-3AD203B41FA5}">
                      <a16:colId xmlns:a16="http://schemas.microsoft.com/office/drawing/2014/main" val="2460572811"/>
                    </a:ext>
                  </a:extLst>
                </a:gridCol>
              </a:tblGrid>
              <a:tr h="69211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0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0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20266"/>
                  </a:ext>
                </a:extLst>
              </a:tr>
              <a:tr h="69211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0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737339"/>
                  </a:ext>
                </a:extLst>
              </a:tr>
              <a:tr h="5482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</a:rPr>
                        <a:t>                                                                   </a:t>
                      </a: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kern="10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10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780" marB="17780" anchor="ctr"/>
                </a:tc>
                <a:extLst>
                  <a:ext uri="{0D108BD9-81ED-4DB2-BD59-A6C34878D82A}">
                    <a16:rowId xmlns:a16="http://schemas.microsoft.com/office/drawing/2014/main" val="344971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08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6B43A-896C-167C-5AA5-F30C0766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C01670-04CF-F314-F99F-6FF385E62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410652"/>
            <a:ext cx="11029615" cy="1781904"/>
          </a:xfrm>
        </p:spPr>
        <p:txBody>
          <a:bodyPr>
            <a:normAutofit lnSpcReduction="10000"/>
          </a:bodyPr>
          <a:lstStyle/>
          <a:p>
            <a:r>
              <a:rPr lang="en-US" altLang="ko-KR" sz="2400" b="1" dirty="0"/>
              <a:t>Journal of Wind Engineering and Industrial Aerodynamics</a:t>
            </a:r>
          </a:p>
          <a:p>
            <a:pPr marL="0" indent="0">
              <a:buNone/>
            </a:pPr>
            <a:endParaRPr lang="en-US" altLang="ko-KR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CFD </a:t>
            </a:r>
            <a:r>
              <a:rPr lang="ko-KR" altLang="en-US" dirty="0"/>
              <a:t>기반 해석 </a:t>
            </a:r>
            <a:r>
              <a:rPr lang="en-US" altLang="ko-KR" dirty="0"/>
              <a:t>+ </a:t>
            </a:r>
            <a:r>
              <a:rPr lang="ko-KR" altLang="en-US" dirty="0"/>
              <a:t>물리적 해석 중심 설명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유체 방정식이 차량 설계에 어떠한 영향을 미치는지 알 수 있음</a:t>
            </a:r>
          </a:p>
        </p:txBody>
      </p:sp>
      <p:pic>
        <p:nvPicPr>
          <p:cNvPr id="5" name="그림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18E2D9-AA81-8CDC-B400-52FCB25E9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9491" y="3429000"/>
            <a:ext cx="1690924" cy="22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4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A7F7B-42EC-9286-2457-FE0DE0B2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4C8C5-71A4-27B4-08C6-8F738B921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창간일</a:t>
            </a:r>
            <a:r>
              <a:rPr lang="en-US" altLang="ko-KR" dirty="0"/>
              <a:t>: 1975</a:t>
            </a:r>
            <a:r>
              <a:rPr lang="ko-KR" altLang="ko-KR" dirty="0"/>
              <a:t>년</a:t>
            </a:r>
            <a:r>
              <a:rPr lang="en-US" altLang="ko-KR" dirty="0"/>
              <a:t>(Journal of Industrial Aerodynamics)</a:t>
            </a:r>
          </a:p>
          <a:p>
            <a:r>
              <a:rPr lang="ko-KR" altLang="en-US" dirty="0"/>
              <a:t>발행주기</a:t>
            </a:r>
            <a:r>
              <a:rPr lang="en-US" altLang="ko-KR" dirty="0"/>
              <a:t>: </a:t>
            </a:r>
            <a:r>
              <a:rPr lang="ko-KR" altLang="en-US" dirty="0"/>
              <a:t>월간</a:t>
            </a:r>
          </a:p>
        </p:txBody>
      </p:sp>
    </p:spTree>
    <p:extLst>
      <p:ext uri="{BB962C8B-B14F-4D97-AF65-F5344CB8AC3E}">
        <p14:creationId xmlns:p14="http://schemas.microsoft.com/office/powerpoint/2010/main" val="3469923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82E99-90E5-AB0B-5838-4A5A4264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A5CAD-E80C-5901-3F30-498C1A083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55141"/>
            <a:ext cx="11029615" cy="1315373"/>
          </a:xfrm>
        </p:spPr>
        <p:txBody>
          <a:bodyPr>
            <a:normAutofit fontScale="92500" lnSpcReduction="10000"/>
          </a:bodyPr>
          <a:lstStyle/>
          <a:p>
            <a:r>
              <a:rPr lang="ko-KR" altLang="ko-KR" sz="1900" dirty="0"/>
              <a:t>최근</a:t>
            </a:r>
            <a:r>
              <a:rPr lang="en-US" altLang="ko-KR" sz="1900" dirty="0"/>
              <a:t> 5</a:t>
            </a:r>
            <a:r>
              <a:rPr lang="ko-KR" altLang="ko-KR" sz="1900" dirty="0"/>
              <a:t>년간</a:t>
            </a:r>
            <a:r>
              <a:rPr lang="en-US" altLang="ko-KR" sz="1900" dirty="0"/>
              <a:t> Impact Factor: 4.1(2020)/4.4(2021)/4.8(2022)/4.2(2023)/4.9(2024)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700" b="1" dirty="0"/>
              <a:t>상당히 영향력 있는 중위권 이상 저널</a:t>
            </a:r>
            <a:endParaRPr lang="en-US" altLang="ko-KR" sz="1700" b="1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b="1" dirty="0"/>
          </a:p>
          <a:p>
            <a:pPr marL="0" indent="0">
              <a:buNone/>
            </a:pPr>
            <a:r>
              <a:rPr lang="en-US" altLang="ko-KR" sz="1200" dirty="0"/>
              <a:t>* Impact factor: </a:t>
            </a:r>
            <a:r>
              <a:rPr lang="ko-KR" altLang="en-US" sz="1200" dirty="0"/>
              <a:t>이 저널에 실린 논문들이 평균적으로 얼마나 많이 인용되는가를</a:t>
            </a:r>
            <a:r>
              <a:rPr lang="en-US" altLang="ko-KR" sz="1200" dirty="0"/>
              <a:t> </a:t>
            </a:r>
            <a:r>
              <a:rPr lang="ko-KR" altLang="en-US" sz="1200" dirty="0"/>
              <a:t>수치적으로 나타냄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AFCEE8-E5E2-D0B3-687F-E71114C7B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766"/>
          <a:stretch>
            <a:fillRect/>
          </a:stretch>
        </p:blipFill>
        <p:spPr bwMode="auto">
          <a:xfrm>
            <a:off x="733061" y="3570514"/>
            <a:ext cx="4542790" cy="31857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3616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C53B0-B388-C991-6B37-ABE3CBB5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9AE02-1638-19D7-9981-62AD55221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57330"/>
            <a:ext cx="11029615" cy="1445710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Quartile: </a:t>
            </a:r>
            <a:r>
              <a:rPr lang="ko-KR" altLang="ko-KR" dirty="0"/>
              <a:t>수년간</a:t>
            </a:r>
            <a:r>
              <a:rPr lang="en-US" altLang="ko-KR" dirty="0"/>
              <a:t> Mechanical Engineering </a:t>
            </a:r>
            <a:r>
              <a:rPr lang="ko-KR" altLang="ko-KR" dirty="0"/>
              <a:t>분야에서</a:t>
            </a:r>
            <a:r>
              <a:rPr lang="en-US" altLang="ko-KR" dirty="0"/>
              <a:t> Q1 </a:t>
            </a:r>
            <a:r>
              <a:rPr lang="ko-KR" altLang="ko-KR" dirty="0"/>
              <a:t>유지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sz="1600" b="1" dirty="0"/>
              <a:t>Q1</a:t>
            </a:r>
            <a:r>
              <a:rPr lang="ko-KR" altLang="en-US" sz="1600" b="1" dirty="0"/>
              <a:t>은 상위 </a:t>
            </a:r>
            <a:r>
              <a:rPr lang="en-US" altLang="ko-KR" sz="1600" b="1" dirty="0"/>
              <a:t>25%</a:t>
            </a:r>
            <a:r>
              <a:rPr lang="ko-KR" altLang="en-US" sz="1600" b="1" dirty="0"/>
              <a:t>로 해당 분야에서 최상위 저널</a:t>
            </a:r>
            <a:endParaRPr lang="en-US" altLang="ko-KR" sz="1600" b="1" dirty="0"/>
          </a:p>
          <a:p>
            <a:pPr marL="0" indent="0">
              <a:buNone/>
            </a:pPr>
            <a:endParaRPr lang="en-US" altLang="ko-KR" sz="1600" b="1" dirty="0"/>
          </a:p>
          <a:p>
            <a:pPr marL="0" indent="0">
              <a:buNone/>
            </a:pPr>
            <a:r>
              <a:rPr lang="en-US" altLang="ko-KR" sz="1200" dirty="0"/>
              <a:t>* Quartile: </a:t>
            </a:r>
            <a:r>
              <a:rPr lang="ko-KR" altLang="en-US" sz="1200" dirty="0"/>
              <a:t>같은 분야 저널들 중에서 이 저널이 어느 위치에 있는가</a:t>
            </a:r>
            <a:endParaRPr lang="ko-KR" altLang="ko-KR" sz="1200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8AC169-377A-7177-DA86-F3ADD07A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40" y="4250093"/>
            <a:ext cx="473837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96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608D7-88F5-74B6-89EE-C1AE1743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B66CC-C098-65A3-5D7F-2E92B5941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H-Index: 144 -&gt; 144</a:t>
            </a:r>
            <a:r>
              <a:rPr lang="ko-KR" altLang="en-US" dirty="0"/>
              <a:t>편의 논문이 각각 최소 </a:t>
            </a:r>
            <a:r>
              <a:rPr lang="en-US" altLang="ko-KR" dirty="0"/>
              <a:t>144</a:t>
            </a:r>
            <a:r>
              <a:rPr lang="ko-KR" altLang="en-US" dirty="0"/>
              <a:t>번 이상 인용된 상태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/>
              <a:t>H-Index: </a:t>
            </a:r>
            <a:r>
              <a:rPr lang="ko-KR" altLang="en-US" sz="1200" dirty="0"/>
              <a:t>논문 수와 인용 수 동시에 반영하는 지표</a:t>
            </a:r>
            <a:endParaRPr lang="en-US" altLang="ko-KR" sz="1200" dirty="0"/>
          </a:p>
          <a:p>
            <a:pPr marL="0" indent="0">
              <a:buNone/>
            </a:pPr>
            <a:endParaRPr lang="en-US" altLang="ko-KR" sz="1200" dirty="0"/>
          </a:p>
          <a:p>
            <a:r>
              <a:rPr lang="ko-KR" altLang="en-US" dirty="0"/>
              <a:t>주요 키워드</a:t>
            </a:r>
            <a:r>
              <a:rPr lang="en-US" altLang="ko-KR" dirty="0"/>
              <a:t>: wind engineering, wind effects, aeroelasticity, aerodynamic, Computational wind engineering</a:t>
            </a:r>
          </a:p>
          <a:p>
            <a:pPr marL="0" indent="0">
              <a:buNone/>
            </a:pPr>
            <a:r>
              <a:rPr lang="en-US" altLang="ko-KR" sz="1600" dirty="0"/>
              <a:t>-&gt; Most</a:t>
            </a:r>
            <a:r>
              <a:rPr lang="ko-KR" altLang="en-US" sz="1600" dirty="0"/>
              <a:t> </a:t>
            </a:r>
            <a:r>
              <a:rPr lang="en-US" altLang="ko-KR" sz="1600" dirty="0"/>
              <a:t>popular</a:t>
            </a:r>
            <a:r>
              <a:rPr lang="ko-KR" altLang="en-US" sz="1600" dirty="0"/>
              <a:t> 논문에서 공통적으로 나타나는 키워드로 선정</a:t>
            </a:r>
            <a:endParaRPr lang="en-US" altLang="ko-KR" sz="16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257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FF376-7688-AF0B-F01E-9DEB992A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A210FC-3617-419F-1A74-E1721FEAC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50841"/>
            <a:ext cx="11029615" cy="2450841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900" dirty="0"/>
              <a:t>최근호 논문 리스</a:t>
            </a:r>
            <a:r>
              <a:rPr lang="ko-KR" altLang="en-US" dirty="0"/>
              <a:t>트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700" b="1" dirty="0"/>
              <a:t>비정상</a:t>
            </a:r>
            <a:r>
              <a:rPr lang="en-US" altLang="ko-KR" sz="1700" b="1" dirty="0"/>
              <a:t>·</a:t>
            </a:r>
            <a:r>
              <a:rPr lang="ko-KR" altLang="en-US" sz="1700" b="1" dirty="0"/>
              <a:t>확률적 유체 흐름의 물리적 특성을 먼저 규명하고</a:t>
            </a:r>
            <a:r>
              <a:rPr lang="en-US" altLang="ko-KR" sz="1700" b="1" dirty="0"/>
              <a:t>, </a:t>
            </a:r>
            <a:r>
              <a:rPr lang="ko-KR" altLang="en-US" sz="1700" b="1" dirty="0"/>
              <a:t>그 결과를 구조물의 성능기반 설계에 직접 연결하는 방향의 연구가 주를 이룸</a:t>
            </a:r>
            <a:endParaRPr lang="en-US" altLang="ko-KR" sz="1700" b="1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400" dirty="0"/>
              <a:t>Wind load time history regenerated considering coherences for performance-based wind design of tall buildings</a:t>
            </a:r>
            <a:endParaRPr lang="ko-KR" altLang="ko-KR" sz="14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400" dirty="0"/>
              <a:t>Flutter uncertainty analysis of flexible photovoltaic support structure considering stochastic aerodynamic and structural parameters</a:t>
            </a:r>
            <a:endParaRPr lang="ko-KR" altLang="ko-KR" sz="14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400" dirty="0"/>
              <a:t>An analytical model for boundary layer wind velocity profiles of landfalling typhoons based on field measurements</a:t>
            </a:r>
            <a:endParaRPr lang="ko-KR" altLang="ko-KR" sz="14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400" dirty="0"/>
              <a:t>Evaluating gust-induced vibrations in high-rise buildings: Insights from in-situ measurements and prediction models</a:t>
            </a:r>
            <a:endParaRPr lang="ko-KR" altLang="ko-KR" sz="14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400" dirty="0"/>
              <a:t>Wind tunnel investigation of aerodynamic interactions between twin high-rise buildings connected by a skybridge at varying installation heights</a:t>
            </a:r>
          </a:p>
          <a:p>
            <a:pPr lvl="0" latinLnBrk="1">
              <a:buFont typeface="Arial" panose="020B0604020202020204" pitchFamily="34" charset="0"/>
              <a:buChar char="•"/>
            </a:pPr>
            <a:endParaRPr lang="ko-KR" altLang="ko-KR" dirty="0"/>
          </a:p>
          <a:p>
            <a:endParaRPr lang="ko-KR" altLang="en-US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1EC540-0FB7-EAA2-EF99-0774CA60E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331"/>
          <a:stretch>
            <a:fillRect/>
          </a:stretch>
        </p:blipFill>
        <p:spPr>
          <a:xfrm>
            <a:off x="581192" y="4569645"/>
            <a:ext cx="10473328" cy="220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94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A5B1C-68AC-4C68-0497-7C720E8A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5F9563-03A9-14B5-09F5-C629591F7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86" y="1998545"/>
            <a:ext cx="11029615" cy="2391504"/>
          </a:xfrm>
        </p:spPr>
        <p:txBody>
          <a:bodyPr/>
          <a:lstStyle/>
          <a:p>
            <a:r>
              <a:rPr lang="ko-KR" altLang="ko-KR" dirty="0"/>
              <a:t>주요 저자 및 기관</a:t>
            </a:r>
            <a:r>
              <a:rPr lang="en-US" altLang="ko-KR" dirty="0"/>
              <a:t>: </a:t>
            </a:r>
            <a:r>
              <a:rPr lang="ko-KR" altLang="ko-KR" dirty="0"/>
              <a:t>유럽과 중국을 중심으로 다양한 국가의 연구기관이 활발히 참여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다양한 저자로 인해 특정 저자를 주요 저자로 선정할 수 없었음</a:t>
            </a: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하지만 저자들의 나라를 중심으로 파악해본 결과 유럽과 중국의 저자들의 논문이 활발히 게재 되어있는 것을 확인할 수 있었음</a:t>
            </a: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endParaRPr lang="ko-KR" altLang="en-US" dirty="0"/>
          </a:p>
        </p:txBody>
      </p:sp>
      <p:pic>
        <p:nvPicPr>
          <p:cNvPr id="7" name="그림 6" descr="텍스트, 스크린샷, 폰트이(가) 표시된 사진">
            <a:extLst>
              <a:ext uri="{FF2B5EF4-FFF2-40B4-BE49-F238E27FC236}">
                <a16:creationId xmlns:a16="http://schemas.microsoft.com/office/drawing/2014/main" id="{25128AA0-B08D-058B-770A-FDAF631F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9" y="4227342"/>
            <a:ext cx="2710241" cy="2138661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6CB4C4-EF08-3017-86A3-9A1540BC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13" y="4020909"/>
            <a:ext cx="1762755" cy="23450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A21B01C-FC0A-D047-CE8F-2E39EF95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884" y="4020909"/>
            <a:ext cx="2132243" cy="2403291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177792-B3DB-50FE-4937-AD39BA7A8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9495" y="4020909"/>
            <a:ext cx="2449941" cy="228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8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AD519-9BD0-2BDD-64AE-DCADE58E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6A42F5-1372-9E5B-1332-125CAC139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1003"/>
            <a:ext cx="11029615" cy="4858139"/>
          </a:xfrm>
        </p:spPr>
        <p:txBody>
          <a:bodyPr>
            <a:normAutofit fontScale="70000" lnSpcReduction="20000"/>
          </a:bodyPr>
          <a:lstStyle/>
          <a:p>
            <a:pPr latinLnBrk="1"/>
            <a:r>
              <a:rPr lang="ko-KR" altLang="ko-KR" sz="2600" dirty="0"/>
              <a:t>제출 양식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File format: PDF</a:t>
            </a:r>
            <a:r>
              <a:rPr lang="ko-KR" altLang="ko-KR" sz="1900" dirty="0"/>
              <a:t>가 아닌</a:t>
            </a:r>
            <a:r>
              <a:rPr lang="en-US" altLang="ko-KR" sz="1900" dirty="0"/>
              <a:t> Word(.doc/.docx) </a:t>
            </a:r>
            <a:r>
              <a:rPr lang="ko-KR" altLang="ko-KR" sz="1900" dirty="0"/>
              <a:t>또는</a:t>
            </a:r>
            <a:r>
              <a:rPr lang="en-US" altLang="ko-KR" sz="1900" dirty="0"/>
              <a:t> LaTeX(.</a:t>
            </a:r>
            <a:r>
              <a:rPr lang="en-US" altLang="ko-KR" sz="1900" dirty="0" err="1"/>
              <a:t>tex</a:t>
            </a:r>
            <a:r>
              <a:rPr lang="en-US" altLang="ko-KR" sz="1900" dirty="0"/>
              <a:t>) </a:t>
            </a:r>
            <a:r>
              <a:rPr lang="ko-KR" altLang="ko-KR" sz="1900" dirty="0"/>
              <a:t>형식의 편집 가능한 원본 파일을 제출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Title page: Article title, Author names, Affiliations, Corresponding author, Present/Permanent address </a:t>
            </a:r>
            <a:r>
              <a:rPr lang="ko-KR" altLang="ko-KR" sz="1900" dirty="0"/>
              <a:t>기재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Abstract: 250</a:t>
            </a:r>
            <a:r>
              <a:rPr lang="ko-KR" altLang="ko-KR" sz="1900" dirty="0"/>
              <a:t>단어 이내의 독립적인 초록 작성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Keyword: 1~7</a:t>
            </a:r>
            <a:r>
              <a:rPr lang="ko-KR" altLang="ko-KR" sz="1900" dirty="0"/>
              <a:t>개의 키워드 영어로 제공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>
                <a:highlight>
                  <a:srgbClr val="FFFF00"/>
                </a:highlight>
              </a:rPr>
              <a:t>Highlights: </a:t>
            </a:r>
            <a:r>
              <a:rPr lang="ko-KR" altLang="ko-KR" sz="1900" dirty="0">
                <a:highlight>
                  <a:srgbClr val="FFFF00"/>
                </a:highlight>
              </a:rPr>
              <a:t>논문의 핵심 성과를 요약한</a:t>
            </a:r>
            <a:r>
              <a:rPr lang="en-US" altLang="ko-KR" sz="1900" dirty="0">
                <a:highlight>
                  <a:srgbClr val="FFFF00"/>
                </a:highlight>
              </a:rPr>
              <a:t> 3~5</a:t>
            </a:r>
            <a:r>
              <a:rPr lang="ko-KR" altLang="ko-KR" sz="1900" dirty="0">
                <a:highlight>
                  <a:srgbClr val="FFFF00"/>
                </a:highlight>
              </a:rPr>
              <a:t>개의 하이라이트 항목 제출</a:t>
            </a:r>
            <a:r>
              <a:rPr lang="en-US" altLang="ko-KR" sz="1900" dirty="0">
                <a:highlight>
                  <a:srgbClr val="FFFF00"/>
                </a:highlight>
              </a:rPr>
              <a:t>  </a:t>
            </a:r>
            <a:r>
              <a:rPr lang="en-US" altLang="ko-KR" sz="1900" dirty="0"/>
              <a:t>-&gt; </a:t>
            </a:r>
            <a:r>
              <a:rPr lang="ko-KR" altLang="en-US" sz="1900" dirty="0"/>
              <a:t>이 논문이 왜 중요한가를 한눈에 볼 수 있음</a:t>
            </a:r>
            <a:endParaRPr lang="ko-KR" altLang="ko-KR" sz="19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>
                <a:highlight>
                  <a:srgbClr val="FFFF00"/>
                </a:highlight>
              </a:rPr>
              <a:t>Graphical Abstract: </a:t>
            </a:r>
            <a:r>
              <a:rPr lang="ko-KR" altLang="ko-KR" sz="1900" dirty="0">
                <a:highlight>
                  <a:srgbClr val="FFFF00"/>
                </a:highlight>
              </a:rPr>
              <a:t>논문 내용을 시각적으로 요약한 그래픽 초록 제출을 권장</a:t>
            </a:r>
            <a:r>
              <a:rPr lang="en-US" altLang="ko-KR" sz="1900" dirty="0">
                <a:highlight>
                  <a:srgbClr val="FFFF00"/>
                </a:highlight>
              </a:rPr>
              <a:t> </a:t>
            </a:r>
            <a:r>
              <a:rPr lang="en-US" altLang="ko-KR" sz="1900" dirty="0"/>
              <a:t>-&gt; </a:t>
            </a:r>
            <a:r>
              <a:rPr lang="ko-KR" altLang="en-US" sz="2000" dirty="0"/>
              <a:t>유체</a:t>
            </a:r>
            <a:r>
              <a:rPr lang="en-US" altLang="ko-KR" sz="2000" dirty="0"/>
              <a:t>–</a:t>
            </a:r>
            <a:r>
              <a:rPr lang="ko-KR" altLang="en-US" sz="2000" dirty="0"/>
              <a:t>구조 상호작용을 그림으로 설명</a:t>
            </a:r>
            <a:endParaRPr lang="ko-KR" altLang="ko-KR" sz="19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Units, classifications codes and nomenclature: SI</a:t>
            </a:r>
            <a:endParaRPr lang="ko-KR" altLang="ko-KR" sz="19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Math formulae: </a:t>
            </a:r>
            <a:r>
              <a:rPr lang="ko-KR" altLang="ko-KR" sz="1900" dirty="0"/>
              <a:t>편집가능한 텍스트 형태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Tables: </a:t>
            </a:r>
            <a:r>
              <a:rPr lang="ko-KR" altLang="ko-KR" sz="1900" dirty="0"/>
              <a:t>편집가능한 텍스트 형태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Figures, images and artwork: </a:t>
            </a:r>
            <a:r>
              <a:rPr lang="ko-KR" altLang="ko-KR" sz="1900" dirty="0"/>
              <a:t>원고와 함께 별도의 파일로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Generative AI and Figures, Images and Artwork: </a:t>
            </a:r>
            <a:r>
              <a:rPr lang="ko-KR" altLang="ko-KR" sz="1900" dirty="0"/>
              <a:t>그림</a:t>
            </a:r>
            <a:r>
              <a:rPr lang="en-US" altLang="ko-KR" sz="1900" dirty="0"/>
              <a:t>·</a:t>
            </a:r>
            <a:r>
              <a:rPr lang="ko-KR" altLang="ko-KR" sz="1900" dirty="0"/>
              <a:t>이미지 제작 시 생성형</a:t>
            </a:r>
            <a:r>
              <a:rPr lang="en-US" altLang="ko-KR" sz="1900" dirty="0"/>
              <a:t> AI </a:t>
            </a:r>
            <a:r>
              <a:rPr lang="ko-KR" altLang="ko-KR" sz="1900" dirty="0"/>
              <a:t>사용을 허용하되</a:t>
            </a:r>
            <a:r>
              <a:rPr lang="en-US" altLang="ko-KR" sz="1900" dirty="0"/>
              <a:t>, Elsevier</a:t>
            </a:r>
            <a:r>
              <a:rPr lang="ko-KR" altLang="ko-KR" sz="1900" dirty="0"/>
              <a:t>의 생성형</a:t>
            </a:r>
            <a:r>
              <a:rPr lang="en-US" altLang="ko-KR" sz="1900" dirty="0"/>
              <a:t> AI </a:t>
            </a:r>
            <a:r>
              <a:rPr lang="ko-KR" altLang="ko-KR" sz="1900" dirty="0"/>
              <a:t>정책 준수를 요구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Supplementary material: </a:t>
            </a:r>
            <a:r>
              <a:rPr lang="ko-KR" altLang="ko-KR" sz="1900" dirty="0"/>
              <a:t>연구를 보완하는 부록 자료 제출을 권장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Video: </a:t>
            </a:r>
            <a:r>
              <a:rPr lang="ko-KR" altLang="ko-KR" sz="1900" dirty="0"/>
              <a:t>링크나 파일로 제출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Research data: </a:t>
            </a:r>
            <a:r>
              <a:rPr lang="ko-KR" altLang="ko-KR" sz="1900" dirty="0"/>
              <a:t>연구 데이터의 저장과 공유를 장려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Data statement: </a:t>
            </a:r>
            <a:r>
              <a:rPr lang="ko-KR" altLang="ko-KR" sz="1900" dirty="0"/>
              <a:t>연구 데이터의 이용 가능 여부 명시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900" dirty="0"/>
              <a:t>Reference: </a:t>
            </a:r>
            <a:r>
              <a:rPr lang="ko-KR" altLang="ko-KR" sz="1900" dirty="0"/>
              <a:t>숫자형 인용 방식을 사용하며</a:t>
            </a:r>
            <a:r>
              <a:rPr lang="en-US" altLang="ko-KR" sz="1900" dirty="0"/>
              <a:t> DOI·</a:t>
            </a:r>
            <a:r>
              <a:rPr lang="ko-KR" altLang="ko-KR" sz="1900" dirty="0"/>
              <a:t>데이터 인용</a:t>
            </a:r>
          </a:p>
        </p:txBody>
      </p:sp>
    </p:spTree>
    <p:extLst>
      <p:ext uri="{BB962C8B-B14F-4D97-AF65-F5344CB8AC3E}">
        <p14:creationId xmlns:p14="http://schemas.microsoft.com/office/powerpoint/2010/main" val="14868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96238-6CF6-7FE0-9D72-F7CDC967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7AD3C9-F641-333E-042A-55FD819D6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596777"/>
          </a:xfrm>
        </p:spPr>
        <p:txBody>
          <a:bodyPr/>
          <a:lstStyle/>
          <a:p>
            <a:r>
              <a:rPr lang="ko-KR" altLang="ko-KR" dirty="0"/>
              <a:t>평균 심사기간</a:t>
            </a:r>
            <a:r>
              <a:rPr lang="en-US" altLang="ko-KR" dirty="0"/>
              <a:t>(Submission to decision after review): 113 days(</a:t>
            </a:r>
            <a:r>
              <a:rPr lang="ko-KR" altLang="ko-KR" dirty="0"/>
              <a:t>약</a:t>
            </a:r>
            <a:r>
              <a:rPr lang="en-US" altLang="ko-KR" dirty="0"/>
              <a:t> 3~4</a:t>
            </a:r>
            <a:r>
              <a:rPr lang="ko-KR" altLang="ko-KR" dirty="0"/>
              <a:t>개월</a:t>
            </a:r>
            <a:r>
              <a:rPr lang="en-US" altLang="ko-KR" dirty="0"/>
              <a:t>)</a:t>
            </a:r>
          </a:p>
          <a:p>
            <a:r>
              <a:rPr lang="ko-KR" altLang="ko-KR" dirty="0" err="1"/>
              <a:t>게재율</a:t>
            </a:r>
            <a:r>
              <a:rPr lang="en-US" altLang="ko-KR" dirty="0"/>
              <a:t>: 25%</a:t>
            </a:r>
          </a:p>
          <a:p>
            <a:r>
              <a:rPr lang="ko-KR" altLang="ko-KR" dirty="0" err="1"/>
              <a:t>게재료</a:t>
            </a:r>
            <a:r>
              <a:rPr lang="en-US" altLang="ko-KR" dirty="0"/>
              <a:t>: APC: USD 4,030 (Open Access only); Subscription option is free for authors</a:t>
            </a:r>
          </a:p>
          <a:p>
            <a:pPr marL="0" indent="0">
              <a:buNone/>
            </a:pPr>
            <a:r>
              <a:rPr lang="en-US" altLang="ko-KR" sz="1200" dirty="0"/>
              <a:t>* Open access</a:t>
            </a:r>
            <a:r>
              <a:rPr lang="ko-KR" altLang="en-US" sz="1200" dirty="0"/>
              <a:t>일 때는 </a:t>
            </a:r>
            <a:r>
              <a:rPr lang="en-US" altLang="ko-KR" sz="1200" dirty="0"/>
              <a:t>4030$, subscription</a:t>
            </a:r>
            <a:r>
              <a:rPr lang="ko-KR" altLang="en-US" sz="1200" dirty="0"/>
              <a:t>일 때는 </a:t>
            </a:r>
            <a:r>
              <a:rPr lang="en-US" altLang="ko-KR" sz="1200" dirty="0"/>
              <a:t>free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FFAB822-DC55-F97A-8AD9-0463BEAFB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4586167"/>
            <a:ext cx="5731510" cy="4533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0D40CB3-560B-7A6C-601A-3537B736D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5301841"/>
            <a:ext cx="4573905" cy="95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1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E2E7F-8F29-D43A-088E-A77FE8563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51B39F-8115-1922-A5C9-9ED4051A9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856549"/>
          </a:xfrm>
        </p:spPr>
        <p:txBody>
          <a:bodyPr>
            <a:normAutofit fontScale="92500" lnSpcReduction="10000"/>
          </a:bodyPr>
          <a:lstStyle/>
          <a:p>
            <a:pPr latinLnBrk="1"/>
            <a:r>
              <a:rPr lang="ko-KR" altLang="ko-KR" sz="1900" dirty="0"/>
              <a:t>저널 구성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ko-KR" altLang="ko-KR" sz="1700" dirty="0" err="1"/>
              <a:t>풍공학</a:t>
            </a:r>
            <a:r>
              <a:rPr lang="ko-KR" altLang="ko-KR" sz="1700" dirty="0"/>
              <a:t> 및 공기역학을 중심으로 한 정량적 연구논문 게재</a:t>
            </a:r>
            <a:r>
              <a:rPr lang="en-US" altLang="ko-KR" sz="1700" dirty="0"/>
              <a:t>(</a:t>
            </a:r>
            <a:r>
              <a:rPr lang="ko-KR" altLang="en-US" sz="1600" dirty="0"/>
              <a:t>바람의 특성과 구조</a:t>
            </a:r>
            <a:r>
              <a:rPr lang="en-US" altLang="ko-KR" sz="1600" dirty="0"/>
              <a:t>, </a:t>
            </a:r>
            <a:r>
              <a:rPr lang="ko-KR" altLang="en-US" sz="1600" dirty="0"/>
              <a:t>풍하중과 구조물의 응답</a:t>
            </a:r>
            <a:r>
              <a:rPr lang="en-US" altLang="ko-KR" sz="1600" dirty="0"/>
              <a:t>, </a:t>
            </a:r>
            <a:r>
              <a:rPr lang="ko-KR" altLang="en-US" sz="1600" dirty="0"/>
              <a:t>공기역학적 측면</a:t>
            </a:r>
            <a:r>
              <a:rPr lang="en-US" altLang="ko-KR" sz="1600" dirty="0"/>
              <a:t>…</a:t>
            </a:r>
            <a:r>
              <a:rPr lang="en-US" altLang="ko-KR" sz="1700" dirty="0"/>
              <a:t>)</a:t>
            </a:r>
            <a:endParaRPr lang="ko-KR" altLang="ko-KR" sz="17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ko-KR" altLang="ko-KR" sz="1700" dirty="0"/>
              <a:t>실험 및 수치해석 기반 연구</a:t>
            </a:r>
            <a:endParaRPr lang="en-US" altLang="ko-KR" sz="17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ko-KR" altLang="en-US" sz="1700" dirty="0"/>
              <a:t>실물 규모 실측 연구</a:t>
            </a:r>
            <a:r>
              <a:rPr lang="en-US" altLang="ko-KR" sz="1700" dirty="0"/>
              <a:t>, </a:t>
            </a:r>
            <a:r>
              <a:rPr lang="ko-KR" altLang="en-US" sz="1700" dirty="0" err="1"/>
              <a:t>풍동</a:t>
            </a:r>
            <a:r>
              <a:rPr lang="ko-KR" altLang="en-US" sz="1700" dirty="0"/>
              <a:t> 실험 연구</a:t>
            </a:r>
            <a:r>
              <a:rPr lang="en-US" altLang="ko-KR" sz="1700" dirty="0"/>
              <a:t>, </a:t>
            </a:r>
            <a:r>
              <a:rPr lang="ko-KR" altLang="en-US" sz="1700" dirty="0"/>
              <a:t>전산 해석 또는 이론적 방법을 다룬 논문 게재</a:t>
            </a:r>
            <a:endParaRPr lang="en-US" altLang="ko-KR" sz="17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ko-KR" altLang="en-US" sz="1700" dirty="0" err="1"/>
              <a:t>풍공학</a:t>
            </a:r>
            <a:r>
              <a:rPr lang="ko-KR" altLang="en-US" sz="1700" dirty="0"/>
              <a:t> 실험을 위한 기법 및 실험 장치의 개발을 다룬 논문</a:t>
            </a:r>
            <a:endParaRPr lang="en-US" altLang="ko-KR" sz="1700" dirty="0"/>
          </a:p>
          <a:p>
            <a:pPr marL="0" lvl="0" indent="0" latinLnBrk="1">
              <a:buNone/>
            </a:pPr>
            <a:endParaRPr lang="ko-KR" altLang="ko-KR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9DA7BA-98A2-F0CE-E01E-3C6603EF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6" y="3805022"/>
            <a:ext cx="6669348" cy="2903376"/>
          </a:xfrm>
          <a:prstGeom prst="rect">
            <a:avLst/>
          </a:prstGeom>
        </p:spPr>
      </p:pic>
      <p:pic>
        <p:nvPicPr>
          <p:cNvPr id="7" name="그림 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F1BF4A-D64A-F763-CACC-8E4800259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231" y="3805022"/>
            <a:ext cx="3122842" cy="30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12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D14AB-8349-57F6-3B84-3E76E3CA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4B9C37-2E69-7147-9E17-5889291B2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3883"/>
            <a:ext cx="11029615" cy="3492517"/>
          </a:xfrm>
        </p:spPr>
        <p:txBody>
          <a:bodyPr/>
          <a:lstStyle/>
          <a:p>
            <a:pPr lvl="0" latinLnBrk="1"/>
            <a:r>
              <a:rPr lang="en-US" altLang="ko-KR" dirty="0"/>
              <a:t>CFD simulation of aerodynamic forces on the </a:t>
            </a:r>
            <a:r>
              <a:rPr lang="en-US" altLang="ko-KR" dirty="0" err="1"/>
              <a:t>DrivAer</a:t>
            </a:r>
            <a:r>
              <a:rPr lang="en-US" altLang="ko-KR" dirty="0"/>
              <a:t> car model: Impact of computational parameters </a:t>
            </a:r>
            <a:endParaRPr lang="ko-KR" altLang="ko-KR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600" dirty="0"/>
              <a:t>Abstract: </a:t>
            </a:r>
            <a:r>
              <a:rPr lang="ko-KR" altLang="ko-KR" sz="1600" dirty="0"/>
              <a:t>무엇을 바꿨는지</a:t>
            </a:r>
            <a:r>
              <a:rPr lang="en-US" altLang="ko-KR" sz="1600" dirty="0"/>
              <a:t>/</a:t>
            </a:r>
            <a:r>
              <a:rPr lang="ko-KR" altLang="ko-KR" sz="1600" dirty="0"/>
              <a:t>무엇을 비교했는지</a:t>
            </a:r>
            <a:r>
              <a:rPr lang="en-US" altLang="ko-KR" sz="1600" dirty="0"/>
              <a:t>/</a:t>
            </a:r>
            <a:r>
              <a:rPr lang="ko-KR" altLang="ko-KR" sz="1600" dirty="0"/>
              <a:t>결론 방향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600" dirty="0"/>
              <a:t>Introduction: </a:t>
            </a:r>
            <a:r>
              <a:rPr lang="ko-KR" altLang="ko-KR" sz="1600" dirty="0"/>
              <a:t>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DrivAer</a:t>
            </a:r>
            <a:r>
              <a:rPr lang="en-US" altLang="ko-KR" sz="1600" dirty="0"/>
              <a:t> </a:t>
            </a:r>
            <a:r>
              <a:rPr lang="ko-KR" altLang="ko-KR" sz="1600" dirty="0"/>
              <a:t>모델 사용</a:t>
            </a:r>
            <a:r>
              <a:rPr lang="en-US" altLang="ko-KR" sz="1600" dirty="0"/>
              <a:t>/</a:t>
            </a:r>
            <a:r>
              <a:rPr lang="ko-KR" altLang="ko-KR" sz="1600" dirty="0"/>
              <a:t>기존 연구의 문제점</a:t>
            </a:r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600" dirty="0"/>
              <a:t>Geometry &amp; Computational Setup: </a:t>
            </a:r>
            <a:r>
              <a:rPr lang="ko-KR" altLang="en-US" sz="1600" dirty="0"/>
              <a:t>계산 조건을 체계적으로 변화시키며 비교할 수 있도록 설정</a:t>
            </a:r>
            <a:endParaRPr lang="ko-KR" altLang="ko-KR" sz="16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600" dirty="0"/>
              <a:t>Results: </a:t>
            </a:r>
            <a:r>
              <a:rPr lang="ko-KR" altLang="en-US" sz="1600" dirty="0"/>
              <a:t>항력</a:t>
            </a:r>
            <a:r>
              <a:rPr lang="en-US" altLang="ko-KR" sz="1600" dirty="0"/>
              <a:t>·</a:t>
            </a:r>
            <a:r>
              <a:rPr lang="ko-KR" altLang="en-US" sz="1600" dirty="0"/>
              <a:t>양력 등 공력 계수가 어떻게 수렴하거나 민감하게 </a:t>
            </a:r>
            <a:r>
              <a:rPr lang="ko-KR" altLang="en-US" sz="1600" dirty="0" err="1"/>
              <a:t>변하는지의</a:t>
            </a:r>
            <a:r>
              <a:rPr lang="ko-KR" altLang="en-US" sz="1600" dirty="0"/>
              <a:t> 추세를 제시</a:t>
            </a:r>
            <a:endParaRPr lang="en-US" altLang="ko-KR" sz="16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600" dirty="0"/>
              <a:t>Discussion: </a:t>
            </a:r>
            <a:r>
              <a:rPr lang="ko-KR" altLang="ko-KR" sz="1600" dirty="0"/>
              <a:t>저자의 논리 따라가며 읽기</a:t>
            </a:r>
            <a:r>
              <a:rPr lang="en-US" altLang="ko-KR" sz="1600" dirty="0"/>
              <a:t> -&gt; </a:t>
            </a:r>
            <a:r>
              <a:rPr lang="ko-KR" altLang="en-US" sz="1600" dirty="0"/>
              <a:t>유동 구조 변화와 수치 모델링 선택이 왜 이런 결과 차이를 만드는지 해석</a:t>
            </a:r>
            <a:endParaRPr lang="ko-KR" altLang="ko-KR" sz="1600" dirty="0"/>
          </a:p>
          <a:p>
            <a:pPr lvl="0" latinLnBrk="1">
              <a:buFont typeface="Arial" panose="020B0604020202020204" pitchFamily="34" charset="0"/>
              <a:buChar char="•"/>
            </a:pPr>
            <a:r>
              <a:rPr lang="en-US" altLang="ko-KR" sz="1600" dirty="0"/>
              <a:t>Conclusions: </a:t>
            </a:r>
            <a:r>
              <a:rPr lang="ko-KR" altLang="ko-KR" sz="1600" dirty="0"/>
              <a:t>논문 </a:t>
            </a:r>
            <a:r>
              <a:rPr lang="ko-KR" altLang="ko-KR" sz="1600" dirty="0" err="1"/>
              <a:t>한줄로</a:t>
            </a:r>
            <a:r>
              <a:rPr lang="ko-KR" altLang="ko-KR" sz="1600" dirty="0"/>
              <a:t> 요약</a:t>
            </a:r>
            <a:r>
              <a:rPr lang="en-US" altLang="ko-KR" sz="1600" dirty="0"/>
              <a:t> -&gt; </a:t>
            </a:r>
            <a:r>
              <a:rPr lang="ko-KR" altLang="ko-KR" sz="1600" dirty="0"/>
              <a:t>자동차 공력</a:t>
            </a:r>
            <a:r>
              <a:rPr lang="en-US" altLang="ko-KR" sz="1600" dirty="0"/>
              <a:t> CFD </a:t>
            </a:r>
            <a:r>
              <a:rPr lang="ko-KR" altLang="ko-KR" sz="1600" dirty="0"/>
              <a:t>해석에서 계산 조건 선택이 결과에 미치는 영향을 체계적으로 분석한 연구 </a:t>
            </a:r>
          </a:p>
          <a:p>
            <a:endParaRPr lang="ko-KR" altLang="en-US" dirty="0"/>
          </a:p>
        </p:txBody>
      </p:sp>
      <p:pic>
        <p:nvPicPr>
          <p:cNvPr id="7" name="그림 6" descr="텍스트, 스크린샷, 웹 페이지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50A94E-34B0-80EE-8BE2-A386190A3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4957118"/>
            <a:ext cx="4270726" cy="172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6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3C1A4-E2CC-4108-8B6E-CE07239A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A7AAD-6C13-4EF0-0486-68E7CD2C0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936950"/>
          </a:xfrm>
        </p:spPr>
        <p:txBody>
          <a:bodyPr/>
          <a:lstStyle/>
          <a:p>
            <a:r>
              <a:rPr lang="ko-KR" altLang="ko-KR" dirty="0"/>
              <a:t>주요 아카이브</a:t>
            </a:r>
            <a:r>
              <a:rPr lang="en-US" altLang="ko-KR" dirty="0"/>
              <a:t>: ScienceDirect, Web of Science</a:t>
            </a:r>
            <a:endParaRPr lang="ko-KR" altLang="en-US" dirty="0"/>
          </a:p>
        </p:txBody>
      </p:sp>
      <p:pic>
        <p:nvPicPr>
          <p:cNvPr id="5" name="그림 4" descr="스케치, 그림, 라인 아트, 일러스트레이션이(가) 표시된 사진">
            <a:extLst>
              <a:ext uri="{FF2B5EF4-FFF2-40B4-BE49-F238E27FC236}">
                <a16:creationId xmlns:a16="http://schemas.microsoft.com/office/drawing/2014/main" id="{9AA184C1-8A25-666D-21F8-70EE9A1CF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3348328"/>
            <a:ext cx="4725059" cy="2467319"/>
          </a:xfrm>
          <a:prstGeom prst="rect">
            <a:avLst/>
          </a:prstGeom>
        </p:spPr>
      </p:pic>
      <p:pic>
        <p:nvPicPr>
          <p:cNvPr id="7" name="그림 6" descr="텍스트, 폰트, 화이트, 그래픽이(가) 표시된 사진">
            <a:extLst>
              <a:ext uri="{FF2B5EF4-FFF2-40B4-BE49-F238E27FC236}">
                <a16:creationId xmlns:a16="http://schemas.microsoft.com/office/drawing/2014/main" id="{54101E26-1027-C50C-2E0A-8744A3457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148972"/>
            <a:ext cx="4612039" cy="232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59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55514-AF77-9D98-277D-64C57963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4DBEF4-9028-8C75-7CBE-C43D00ED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ko-KR" dirty="0"/>
              <a:t>Clarivate, </a:t>
            </a:r>
            <a:r>
              <a:rPr lang="fr-FR" altLang="ko-KR" i="1" dirty="0"/>
              <a:t>Journal Citation Reports</a:t>
            </a:r>
            <a:r>
              <a:rPr lang="fr-FR" altLang="ko-KR" dirty="0"/>
              <a:t> (2024)</a:t>
            </a:r>
          </a:p>
          <a:p>
            <a:r>
              <a:rPr lang="en-US" altLang="ko-KR" dirty="0"/>
              <a:t>ScienceDirect, Journal of Wind Engineering and Industrial Aerodynamics, Journal Metrics (2024).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975193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245</TotalTime>
  <Words>751</Words>
  <Application>Microsoft Office PowerPoint</Application>
  <PresentationFormat>와이드스크린</PresentationFormat>
  <Paragraphs>82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맑은 고딕</vt:lpstr>
      <vt:lpstr>Arial</vt:lpstr>
      <vt:lpstr>Calibri</vt:lpstr>
      <vt:lpstr>Calibri Light</vt:lpstr>
      <vt:lpstr>Wingdings</vt:lpstr>
      <vt:lpstr>Wingdings 2</vt:lpstr>
      <vt:lpstr>Dividend</vt:lpstr>
      <vt:lpstr>CSE URP CFD Study homework_저널분석</vt:lpstr>
      <vt:lpstr>저널</vt:lpstr>
      <vt:lpstr>분석 결과</vt:lpstr>
      <vt:lpstr>분석 결과</vt:lpstr>
      <vt:lpstr>분석 결과</vt:lpstr>
      <vt:lpstr>분석 결과</vt:lpstr>
      <vt:lpstr>분석 결과</vt:lpstr>
      <vt:lpstr>분석 결과</vt:lpstr>
      <vt:lpstr>분석 결과</vt:lpstr>
      <vt:lpstr>분석 결과</vt:lpstr>
      <vt:lpstr>분석 결과</vt:lpstr>
      <vt:lpstr>분석 결과</vt:lpstr>
      <vt:lpstr>분석 결과</vt:lpstr>
      <vt:lpstr>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심전도 검사에서의 삼각함수</dc:title>
  <dc:creator>Kim Kyoungeun</dc:creator>
  <cp:lastModifiedBy>윤우 이</cp:lastModifiedBy>
  <cp:revision>7</cp:revision>
  <dcterms:created xsi:type="dcterms:W3CDTF">2022-07-10T09:48:21Z</dcterms:created>
  <dcterms:modified xsi:type="dcterms:W3CDTF">2026-01-13T04:41:00Z</dcterms:modified>
</cp:coreProperties>
</file>